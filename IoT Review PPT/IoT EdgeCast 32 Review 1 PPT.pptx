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ata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765C79-EDF1-4A9A-93AD-40CF22028BF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231ED36-042E-4312-AB78-F9170708A9A9}">
      <dgm:prSet/>
      <dgm:spPr/>
      <dgm:t>
        <a:bodyPr/>
        <a:lstStyle/>
        <a:p>
          <a:r>
            <a:rPr lang="en-US" b="1"/>
            <a:t>EdgeCast-32</a:t>
          </a:r>
          <a:r>
            <a:rPr lang="en-US"/>
            <a:t> is a low-cost, portable offline content delivery system designed using the ESP32 microcontroller. It addresses the challenges of unreliable internet connectivity, high data costs, and lack of accessible digital learning in remote and restricted environments.</a:t>
          </a:r>
        </a:p>
      </dgm:t>
    </dgm:pt>
    <dgm:pt modelId="{B11461E4-F85C-4092-9127-8E398E703D6F}" type="parTrans" cxnId="{1E1297F9-DBD3-4977-8135-35616A36A106}">
      <dgm:prSet/>
      <dgm:spPr/>
      <dgm:t>
        <a:bodyPr/>
        <a:lstStyle/>
        <a:p>
          <a:endParaRPr lang="en-US"/>
        </a:p>
      </dgm:t>
    </dgm:pt>
    <dgm:pt modelId="{3A08D7C9-9AA8-4FDD-BEC7-3FA514A87288}" type="sibTrans" cxnId="{1E1297F9-DBD3-4977-8135-35616A36A106}">
      <dgm:prSet/>
      <dgm:spPr/>
      <dgm:t>
        <a:bodyPr/>
        <a:lstStyle/>
        <a:p>
          <a:endParaRPr lang="en-US"/>
        </a:p>
      </dgm:t>
    </dgm:pt>
    <dgm:pt modelId="{06C878A4-C707-403F-919C-A8AFDB900FC2}">
      <dgm:prSet/>
      <dgm:spPr/>
      <dgm:t>
        <a:bodyPr/>
        <a:lstStyle/>
        <a:p>
          <a:r>
            <a:rPr lang="en-US"/>
            <a:t>The system functions as a micro Content Delivery Network (CDN) by creating a local Wi-Fi hotspot that allows multiple users to access educational content such as videos and documents without requiring internet access. Content is stored on an SD card and streamed locally, ensuring fast and consistent delivery.</a:t>
          </a:r>
        </a:p>
      </dgm:t>
    </dgm:pt>
    <dgm:pt modelId="{30967CD6-4FDB-4D6B-9870-9C689F22DAC4}" type="parTrans" cxnId="{D80555DF-1E75-4448-B8C0-5E357B47684E}">
      <dgm:prSet/>
      <dgm:spPr/>
      <dgm:t>
        <a:bodyPr/>
        <a:lstStyle/>
        <a:p>
          <a:endParaRPr lang="en-US"/>
        </a:p>
      </dgm:t>
    </dgm:pt>
    <dgm:pt modelId="{87081995-C9A9-44CD-ABFE-84BF76E9ED8D}" type="sibTrans" cxnId="{D80555DF-1E75-4448-B8C0-5E357B47684E}">
      <dgm:prSet/>
      <dgm:spPr/>
      <dgm:t>
        <a:bodyPr/>
        <a:lstStyle/>
        <a:p>
          <a:endParaRPr lang="en-US"/>
        </a:p>
      </dgm:t>
    </dgm:pt>
    <dgm:pt modelId="{139A6952-A09E-4051-B192-EC295F21F0D0}">
      <dgm:prSet/>
      <dgm:spPr/>
      <dgm:t>
        <a:bodyPr/>
        <a:lstStyle/>
        <a:p>
          <a:r>
            <a:rPr lang="en-US"/>
            <a:t>EdgeCast-32 is particularly useful in rural schools, industrial training centers, disaster zones, and areas with limited connectivity. It provides a scalable, energy-efficient, and secure solution for offline digital education and training.</a:t>
          </a:r>
        </a:p>
      </dgm:t>
    </dgm:pt>
    <dgm:pt modelId="{27D06B67-FD0D-40F3-9A43-5C2DF743CE49}" type="parTrans" cxnId="{B4482386-2041-4B59-A402-E9E6500878ED}">
      <dgm:prSet/>
      <dgm:spPr/>
      <dgm:t>
        <a:bodyPr/>
        <a:lstStyle/>
        <a:p>
          <a:endParaRPr lang="en-US"/>
        </a:p>
      </dgm:t>
    </dgm:pt>
    <dgm:pt modelId="{E21F4223-6A87-4CBF-A603-9B32FFFAFE05}" type="sibTrans" cxnId="{B4482386-2041-4B59-A402-E9E6500878ED}">
      <dgm:prSet/>
      <dgm:spPr/>
      <dgm:t>
        <a:bodyPr/>
        <a:lstStyle/>
        <a:p>
          <a:endParaRPr lang="en-US"/>
        </a:p>
      </dgm:t>
    </dgm:pt>
    <dgm:pt modelId="{A7CC4578-D02D-4F96-983B-6B4A465EA4D0}" type="pres">
      <dgm:prSet presAssocID="{1A765C79-EDF1-4A9A-93AD-40CF22028BF7}" presName="root" presStyleCnt="0">
        <dgm:presLayoutVars>
          <dgm:dir/>
          <dgm:resizeHandles val="exact"/>
        </dgm:presLayoutVars>
      </dgm:prSet>
      <dgm:spPr/>
    </dgm:pt>
    <dgm:pt modelId="{83FEA2C2-F3F1-43E0-B9BB-9A765D09295B}" type="pres">
      <dgm:prSet presAssocID="{8231ED36-042E-4312-AB78-F9170708A9A9}" presName="compNode" presStyleCnt="0"/>
      <dgm:spPr/>
    </dgm:pt>
    <dgm:pt modelId="{A70E9234-0F2A-42A6-8D94-F352EF147EB4}" type="pres">
      <dgm:prSet presAssocID="{8231ED36-042E-4312-AB78-F9170708A9A9}" presName="bgRect" presStyleLbl="bgShp" presStyleIdx="0" presStyleCnt="3"/>
      <dgm:spPr/>
    </dgm:pt>
    <dgm:pt modelId="{AD5ABAD0-7F9E-4330-BB2C-2E789904AF4D}" type="pres">
      <dgm:prSet presAssocID="{8231ED36-042E-4312-AB78-F9170708A9A9}"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B0102DA9-51B9-4C59-9DB2-67DA354E02A2}" type="pres">
      <dgm:prSet presAssocID="{8231ED36-042E-4312-AB78-F9170708A9A9}" presName="spaceRect" presStyleCnt="0"/>
      <dgm:spPr/>
    </dgm:pt>
    <dgm:pt modelId="{9390DB4A-3F80-4B0B-97D1-C500FB23671D}" type="pres">
      <dgm:prSet presAssocID="{8231ED36-042E-4312-AB78-F9170708A9A9}" presName="parTx" presStyleLbl="revTx" presStyleIdx="0" presStyleCnt="3">
        <dgm:presLayoutVars>
          <dgm:chMax val="0"/>
          <dgm:chPref val="0"/>
        </dgm:presLayoutVars>
      </dgm:prSet>
      <dgm:spPr/>
    </dgm:pt>
    <dgm:pt modelId="{A1789497-D951-4AC0-8C9D-7EB181FA23EE}" type="pres">
      <dgm:prSet presAssocID="{3A08D7C9-9AA8-4FDD-BEC7-3FA514A87288}" presName="sibTrans" presStyleCnt="0"/>
      <dgm:spPr/>
    </dgm:pt>
    <dgm:pt modelId="{94FBA569-AD65-4344-963A-EB4A1CFD245E}" type="pres">
      <dgm:prSet presAssocID="{06C878A4-C707-403F-919C-A8AFDB900FC2}" presName="compNode" presStyleCnt="0"/>
      <dgm:spPr/>
    </dgm:pt>
    <dgm:pt modelId="{E617EEFC-6A2F-42CA-821E-670C8BA2D7A6}" type="pres">
      <dgm:prSet presAssocID="{06C878A4-C707-403F-919C-A8AFDB900FC2}" presName="bgRect" presStyleLbl="bgShp" presStyleIdx="1" presStyleCnt="3"/>
      <dgm:spPr/>
    </dgm:pt>
    <dgm:pt modelId="{83DD5AC8-1258-4984-A05C-C6B02A191C16}" type="pres">
      <dgm:prSet presAssocID="{06C878A4-C707-403F-919C-A8AFDB900FC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reless router"/>
        </a:ext>
      </dgm:extLst>
    </dgm:pt>
    <dgm:pt modelId="{A0A2979E-10D8-4C7B-BE77-1F99710183A3}" type="pres">
      <dgm:prSet presAssocID="{06C878A4-C707-403F-919C-A8AFDB900FC2}" presName="spaceRect" presStyleCnt="0"/>
      <dgm:spPr/>
    </dgm:pt>
    <dgm:pt modelId="{505593F0-F85B-4C92-B77D-8964333BFFC8}" type="pres">
      <dgm:prSet presAssocID="{06C878A4-C707-403F-919C-A8AFDB900FC2}" presName="parTx" presStyleLbl="revTx" presStyleIdx="1" presStyleCnt="3">
        <dgm:presLayoutVars>
          <dgm:chMax val="0"/>
          <dgm:chPref val="0"/>
        </dgm:presLayoutVars>
      </dgm:prSet>
      <dgm:spPr/>
    </dgm:pt>
    <dgm:pt modelId="{DB52C429-D91D-43C3-A540-D387922B9BC6}" type="pres">
      <dgm:prSet presAssocID="{87081995-C9A9-44CD-ABFE-84BF76E9ED8D}" presName="sibTrans" presStyleCnt="0"/>
      <dgm:spPr/>
    </dgm:pt>
    <dgm:pt modelId="{279F87E8-2FB0-4521-B00C-A7072BC2C902}" type="pres">
      <dgm:prSet presAssocID="{139A6952-A09E-4051-B192-EC295F21F0D0}" presName="compNode" presStyleCnt="0"/>
      <dgm:spPr/>
    </dgm:pt>
    <dgm:pt modelId="{0CCBFE33-B059-41EA-81DF-CE24D4993738}" type="pres">
      <dgm:prSet presAssocID="{139A6952-A09E-4051-B192-EC295F21F0D0}" presName="bgRect" presStyleLbl="bgShp" presStyleIdx="2" presStyleCnt="3"/>
      <dgm:spPr/>
    </dgm:pt>
    <dgm:pt modelId="{604B0CC1-B8B6-468D-9685-E62901A2393B}" type="pres">
      <dgm:prSet presAssocID="{139A6952-A09E-4051-B192-EC295F21F0D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arm scene"/>
        </a:ext>
      </dgm:extLst>
    </dgm:pt>
    <dgm:pt modelId="{C63657DD-9CF2-449C-B200-1FF8F4E05392}" type="pres">
      <dgm:prSet presAssocID="{139A6952-A09E-4051-B192-EC295F21F0D0}" presName="spaceRect" presStyleCnt="0"/>
      <dgm:spPr/>
    </dgm:pt>
    <dgm:pt modelId="{FAD6E97F-E6D8-4DD6-ABB8-7C2AE2E856AE}" type="pres">
      <dgm:prSet presAssocID="{139A6952-A09E-4051-B192-EC295F21F0D0}" presName="parTx" presStyleLbl="revTx" presStyleIdx="2" presStyleCnt="3">
        <dgm:presLayoutVars>
          <dgm:chMax val="0"/>
          <dgm:chPref val="0"/>
        </dgm:presLayoutVars>
      </dgm:prSet>
      <dgm:spPr/>
    </dgm:pt>
  </dgm:ptLst>
  <dgm:cxnLst>
    <dgm:cxn modelId="{785BC24F-2A59-43AB-B565-05037BA2135C}" type="presOf" srcId="{06C878A4-C707-403F-919C-A8AFDB900FC2}" destId="{505593F0-F85B-4C92-B77D-8964333BFFC8}" srcOrd="0" destOrd="0" presId="urn:microsoft.com/office/officeart/2018/2/layout/IconVerticalSolidList"/>
    <dgm:cxn modelId="{B4482386-2041-4B59-A402-E9E6500878ED}" srcId="{1A765C79-EDF1-4A9A-93AD-40CF22028BF7}" destId="{139A6952-A09E-4051-B192-EC295F21F0D0}" srcOrd="2" destOrd="0" parTransId="{27D06B67-FD0D-40F3-9A43-5C2DF743CE49}" sibTransId="{E21F4223-6A87-4CBF-A603-9B32FFFAFE05}"/>
    <dgm:cxn modelId="{056C6089-843E-4700-8379-60B04E3358DA}" type="presOf" srcId="{8231ED36-042E-4312-AB78-F9170708A9A9}" destId="{9390DB4A-3F80-4B0B-97D1-C500FB23671D}" srcOrd="0" destOrd="0" presId="urn:microsoft.com/office/officeart/2018/2/layout/IconVerticalSolidList"/>
    <dgm:cxn modelId="{5C8272D7-D850-4C2D-B019-580AD182F63C}" type="presOf" srcId="{1A765C79-EDF1-4A9A-93AD-40CF22028BF7}" destId="{A7CC4578-D02D-4F96-983B-6B4A465EA4D0}" srcOrd="0" destOrd="0" presId="urn:microsoft.com/office/officeart/2018/2/layout/IconVerticalSolidList"/>
    <dgm:cxn modelId="{D80555DF-1E75-4448-B8C0-5E357B47684E}" srcId="{1A765C79-EDF1-4A9A-93AD-40CF22028BF7}" destId="{06C878A4-C707-403F-919C-A8AFDB900FC2}" srcOrd="1" destOrd="0" parTransId="{30967CD6-4FDB-4D6B-9870-9C689F22DAC4}" sibTransId="{87081995-C9A9-44CD-ABFE-84BF76E9ED8D}"/>
    <dgm:cxn modelId="{5267E8E8-4741-4488-9FF8-CC56742CB37D}" type="presOf" srcId="{139A6952-A09E-4051-B192-EC295F21F0D0}" destId="{FAD6E97F-E6D8-4DD6-ABB8-7C2AE2E856AE}" srcOrd="0" destOrd="0" presId="urn:microsoft.com/office/officeart/2018/2/layout/IconVerticalSolidList"/>
    <dgm:cxn modelId="{1E1297F9-DBD3-4977-8135-35616A36A106}" srcId="{1A765C79-EDF1-4A9A-93AD-40CF22028BF7}" destId="{8231ED36-042E-4312-AB78-F9170708A9A9}" srcOrd="0" destOrd="0" parTransId="{B11461E4-F85C-4092-9127-8E398E703D6F}" sibTransId="{3A08D7C9-9AA8-4FDD-BEC7-3FA514A87288}"/>
    <dgm:cxn modelId="{1F6163C8-CBDE-4F2E-853A-0AD72EDCC099}" type="presParOf" srcId="{A7CC4578-D02D-4F96-983B-6B4A465EA4D0}" destId="{83FEA2C2-F3F1-43E0-B9BB-9A765D09295B}" srcOrd="0" destOrd="0" presId="urn:microsoft.com/office/officeart/2018/2/layout/IconVerticalSolidList"/>
    <dgm:cxn modelId="{56315045-6951-4219-8D6C-57756F86B2FF}" type="presParOf" srcId="{83FEA2C2-F3F1-43E0-B9BB-9A765D09295B}" destId="{A70E9234-0F2A-42A6-8D94-F352EF147EB4}" srcOrd="0" destOrd="0" presId="urn:microsoft.com/office/officeart/2018/2/layout/IconVerticalSolidList"/>
    <dgm:cxn modelId="{3FB1F7E6-C8A6-490D-815A-DF4B24CB955B}" type="presParOf" srcId="{83FEA2C2-F3F1-43E0-B9BB-9A765D09295B}" destId="{AD5ABAD0-7F9E-4330-BB2C-2E789904AF4D}" srcOrd="1" destOrd="0" presId="urn:microsoft.com/office/officeart/2018/2/layout/IconVerticalSolidList"/>
    <dgm:cxn modelId="{61C5FB37-11CD-405B-89D2-EF0B70A9E9F7}" type="presParOf" srcId="{83FEA2C2-F3F1-43E0-B9BB-9A765D09295B}" destId="{B0102DA9-51B9-4C59-9DB2-67DA354E02A2}" srcOrd="2" destOrd="0" presId="urn:microsoft.com/office/officeart/2018/2/layout/IconVerticalSolidList"/>
    <dgm:cxn modelId="{4794E8EF-B615-44EB-89D0-1FA039B9AB8F}" type="presParOf" srcId="{83FEA2C2-F3F1-43E0-B9BB-9A765D09295B}" destId="{9390DB4A-3F80-4B0B-97D1-C500FB23671D}" srcOrd="3" destOrd="0" presId="urn:microsoft.com/office/officeart/2018/2/layout/IconVerticalSolidList"/>
    <dgm:cxn modelId="{D8078B74-6B7B-4A32-B512-945926D60198}" type="presParOf" srcId="{A7CC4578-D02D-4F96-983B-6B4A465EA4D0}" destId="{A1789497-D951-4AC0-8C9D-7EB181FA23EE}" srcOrd="1" destOrd="0" presId="urn:microsoft.com/office/officeart/2018/2/layout/IconVerticalSolidList"/>
    <dgm:cxn modelId="{50823C4E-627B-471E-BF00-85790C948578}" type="presParOf" srcId="{A7CC4578-D02D-4F96-983B-6B4A465EA4D0}" destId="{94FBA569-AD65-4344-963A-EB4A1CFD245E}" srcOrd="2" destOrd="0" presId="urn:microsoft.com/office/officeart/2018/2/layout/IconVerticalSolidList"/>
    <dgm:cxn modelId="{B54C7C72-B034-4941-A47D-1148797F3690}" type="presParOf" srcId="{94FBA569-AD65-4344-963A-EB4A1CFD245E}" destId="{E617EEFC-6A2F-42CA-821E-670C8BA2D7A6}" srcOrd="0" destOrd="0" presId="urn:microsoft.com/office/officeart/2018/2/layout/IconVerticalSolidList"/>
    <dgm:cxn modelId="{6C2CA9BE-0F74-4930-8EE2-65C267C5EA6A}" type="presParOf" srcId="{94FBA569-AD65-4344-963A-EB4A1CFD245E}" destId="{83DD5AC8-1258-4984-A05C-C6B02A191C16}" srcOrd="1" destOrd="0" presId="urn:microsoft.com/office/officeart/2018/2/layout/IconVerticalSolidList"/>
    <dgm:cxn modelId="{4408D4F9-49A9-4723-8E57-558731E56D5E}" type="presParOf" srcId="{94FBA569-AD65-4344-963A-EB4A1CFD245E}" destId="{A0A2979E-10D8-4C7B-BE77-1F99710183A3}" srcOrd="2" destOrd="0" presId="urn:microsoft.com/office/officeart/2018/2/layout/IconVerticalSolidList"/>
    <dgm:cxn modelId="{7C790889-94A1-40E1-B159-BB86E9B00B58}" type="presParOf" srcId="{94FBA569-AD65-4344-963A-EB4A1CFD245E}" destId="{505593F0-F85B-4C92-B77D-8964333BFFC8}" srcOrd="3" destOrd="0" presId="urn:microsoft.com/office/officeart/2018/2/layout/IconVerticalSolidList"/>
    <dgm:cxn modelId="{A33A0C21-E56F-4990-8DF9-473795BC43CF}" type="presParOf" srcId="{A7CC4578-D02D-4F96-983B-6B4A465EA4D0}" destId="{DB52C429-D91D-43C3-A540-D387922B9BC6}" srcOrd="3" destOrd="0" presId="urn:microsoft.com/office/officeart/2018/2/layout/IconVerticalSolidList"/>
    <dgm:cxn modelId="{1BBC129E-203A-418F-B47B-64EA3C658A49}" type="presParOf" srcId="{A7CC4578-D02D-4F96-983B-6B4A465EA4D0}" destId="{279F87E8-2FB0-4521-B00C-A7072BC2C902}" srcOrd="4" destOrd="0" presId="urn:microsoft.com/office/officeart/2018/2/layout/IconVerticalSolidList"/>
    <dgm:cxn modelId="{1C9C5F4C-6997-4591-9B63-4D209A11AB07}" type="presParOf" srcId="{279F87E8-2FB0-4521-B00C-A7072BC2C902}" destId="{0CCBFE33-B059-41EA-81DF-CE24D4993738}" srcOrd="0" destOrd="0" presId="urn:microsoft.com/office/officeart/2018/2/layout/IconVerticalSolidList"/>
    <dgm:cxn modelId="{99B07D86-4EEF-489B-ADBA-41B47E509FFC}" type="presParOf" srcId="{279F87E8-2FB0-4521-B00C-A7072BC2C902}" destId="{604B0CC1-B8B6-468D-9685-E62901A2393B}" srcOrd="1" destOrd="0" presId="urn:microsoft.com/office/officeart/2018/2/layout/IconVerticalSolidList"/>
    <dgm:cxn modelId="{069D92DE-B021-40D9-93C9-EC1A8D985698}" type="presParOf" srcId="{279F87E8-2FB0-4521-B00C-A7072BC2C902}" destId="{C63657DD-9CF2-449C-B200-1FF8F4E05392}" srcOrd="2" destOrd="0" presId="urn:microsoft.com/office/officeart/2018/2/layout/IconVerticalSolidList"/>
    <dgm:cxn modelId="{AE20C78F-41F0-4181-BF53-70B8833CE9FF}" type="presParOf" srcId="{279F87E8-2FB0-4521-B00C-A7072BC2C902}" destId="{FAD6E97F-E6D8-4DD6-ABB8-7C2AE2E856A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16B5C2-4BCC-4F5C-BEE1-FA111889080E}"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C89E7DFD-E2BC-40D8-8FF2-BD68B26E4A69}">
      <dgm:prSet/>
      <dgm:spPr/>
      <dgm:t>
        <a:bodyPr/>
        <a:lstStyle/>
        <a:p>
          <a:r>
            <a:rPr lang="en-US"/>
            <a:t>Several existing solutions aim to deliver educational content in low-connectivity environments, but they have limitations:</a:t>
          </a:r>
        </a:p>
      </dgm:t>
    </dgm:pt>
    <dgm:pt modelId="{0B430E5C-84ED-4523-9751-5BBF62D076DD}" type="parTrans" cxnId="{92020262-E648-4910-9ED2-64193E6F0E65}">
      <dgm:prSet/>
      <dgm:spPr/>
      <dgm:t>
        <a:bodyPr/>
        <a:lstStyle/>
        <a:p>
          <a:endParaRPr lang="en-US"/>
        </a:p>
      </dgm:t>
    </dgm:pt>
    <dgm:pt modelId="{66C01D1B-DE50-4064-A59D-51BDFC6007BE}" type="sibTrans" cxnId="{92020262-E648-4910-9ED2-64193E6F0E65}">
      <dgm:prSet/>
      <dgm:spPr/>
      <dgm:t>
        <a:bodyPr/>
        <a:lstStyle/>
        <a:p>
          <a:endParaRPr lang="en-US"/>
        </a:p>
      </dgm:t>
    </dgm:pt>
    <dgm:pt modelId="{8E9015BA-5055-440C-9D69-097C4AA08A75}">
      <dgm:prSet/>
      <dgm:spPr/>
      <dgm:t>
        <a:bodyPr/>
        <a:lstStyle/>
        <a:p>
          <a:r>
            <a:rPr lang="en-US" b="1"/>
            <a:t>1. Traditional Online Learning Platforms</a:t>
          </a:r>
          <a:endParaRPr lang="en-US"/>
        </a:p>
      </dgm:t>
    </dgm:pt>
    <dgm:pt modelId="{2103C508-3030-43CB-9455-3D7B3990B19F}" type="parTrans" cxnId="{B43EAF0B-D50B-4324-9C3D-C0B23050A549}">
      <dgm:prSet/>
      <dgm:spPr/>
      <dgm:t>
        <a:bodyPr/>
        <a:lstStyle/>
        <a:p>
          <a:endParaRPr lang="en-US"/>
        </a:p>
      </dgm:t>
    </dgm:pt>
    <dgm:pt modelId="{FBD95F4E-C243-443E-A1D7-2E676FD5C185}" type="sibTrans" cxnId="{B43EAF0B-D50B-4324-9C3D-C0B23050A549}">
      <dgm:prSet/>
      <dgm:spPr/>
      <dgm:t>
        <a:bodyPr/>
        <a:lstStyle/>
        <a:p>
          <a:endParaRPr lang="en-US"/>
        </a:p>
      </dgm:t>
    </dgm:pt>
    <dgm:pt modelId="{D2C8AD05-5ACF-477D-977E-BEE92A79673B}">
      <dgm:prSet/>
      <dgm:spPr/>
      <dgm:t>
        <a:bodyPr/>
        <a:lstStyle/>
        <a:p>
          <a:r>
            <a:rPr lang="en-US"/>
            <a:t>Platforms like YouTube, Coursera, etc. </a:t>
          </a:r>
        </a:p>
      </dgm:t>
    </dgm:pt>
    <dgm:pt modelId="{067D116A-5B2A-45DF-A1A1-02E4EAEA2C00}" type="parTrans" cxnId="{49427796-2101-4F06-83E5-7A2669603A7A}">
      <dgm:prSet/>
      <dgm:spPr/>
      <dgm:t>
        <a:bodyPr/>
        <a:lstStyle/>
        <a:p>
          <a:endParaRPr lang="en-US"/>
        </a:p>
      </dgm:t>
    </dgm:pt>
    <dgm:pt modelId="{B5AC9405-CBC8-4E26-8A17-CB529D632616}" type="sibTrans" cxnId="{49427796-2101-4F06-83E5-7A2669603A7A}">
      <dgm:prSet/>
      <dgm:spPr/>
      <dgm:t>
        <a:bodyPr/>
        <a:lstStyle/>
        <a:p>
          <a:endParaRPr lang="en-US"/>
        </a:p>
      </dgm:t>
    </dgm:pt>
    <dgm:pt modelId="{1DB16567-02C6-4BF0-8DDF-5D691DDFEF0B}">
      <dgm:prSet/>
      <dgm:spPr/>
      <dgm:t>
        <a:bodyPr/>
        <a:lstStyle/>
        <a:p>
          <a:r>
            <a:rPr lang="en-US"/>
            <a:t>Require continuous internet access </a:t>
          </a:r>
        </a:p>
      </dgm:t>
    </dgm:pt>
    <dgm:pt modelId="{1895940A-93E0-4F9F-900E-4179DAE8E983}" type="parTrans" cxnId="{E5ADA2EC-7892-4D87-895D-9C70872C72F4}">
      <dgm:prSet/>
      <dgm:spPr/>
      <dgm:t>
        <a:bodyPr/>
        <a:lstStyle/>
        <a:p>
          <a:endParaRPr lang="en-US"/>
        </a:p>
      </dgm:t>
    </dgm:pt>
    <dgm:pt modelId="{3D492536-B982-4D5A-9476-7AAE0942F82F}" type="sibTrans" cxnId="{E5ADA2EC-7892-4D87-895D-9C70872C72F4}">
      <dgm:prSet/>
      <dgm:spPr/>
      <dgm:t>
        <a:bodyPr/>
        <a:lstStyle/>
        <a:p>
          <a:endParaRPr lang="en-US"/>
        </a:p>
      </dgm:t>
    </dgm:pt>
    <dgm:pt modelId="{1E0E3E91-E0B2-42E4-B9F4-8A0E1D76EBF4}">
      <dgm:prSet/>
      <dgm:spPr/>
      <dgm:t>
        <a:bodyPr/>
        <a:lstStyle/>
        <a:p>
          <a:r>
            <a:rPr lang="en-US"/>
            <a:t>High data consumption </a:t>
          </a:r>
        </a:p>
      </dgm:t>
    </dgm:pt>
    <dgm:pt modelId="{C4BB89A9-469A-4EA4-A432-7AD5B4EC5E69}" type="parTrans" cxnId="{58BEDB7F-E821-48F2-A9B9-D4515CDDFCA2}">
      <dgm:prSet/>
      <dgm:spPr/>
      <dgm:t>
        <a:bodyPr/>
        <a:lstStyle/>
        <a:p>
          <a:endParaRPr lang="en-US"/>
        </a:p>
      </dgm:t>
    </dgm:pt>
    <dgm:pt modelId="{FD5DB5FB-F41E-47C7-824F-74AC8A68412C}" type="sibTrans" cxnId="{58BEDB7F-E821-48F2-A9B9-D4515CDDFCA2}">
      <dgm:prSet/>
      <dgm:spPr/>
      <dgm:t>
        <a:bodyPr/>
        <a:lstStyle/>
        <a:p>
          <a:endParaRPr lang="en-US"/>
        </a:p>
      </dgm:t>
    </dgm:pt>
    <dgm:pt modelId="{496A6ECB-ACBA-498C-A081-72F4BBDCF1F7}">
      <dgm:prSet/>
      <dgm:spPr/>
      <dgm:t>
        <a:bodyPr/>
        <a:lstStyle/>
        <a:p>
          <a:r>
            <a:rPr lang="en-US"/>
            <a:t>Not suitable for remote or restricted areas </a:t>
          </a:r>
        </a:p>
      </dgm:t>
    </dgm:pt>
    <dgm:pt modelId="{B29DE251-75AE-44AB-90C6-E0C8231DFAB5}" type="parTrans" cxnId="{737E4FBA-1304-4C45-9F2A-04E1D2CC78A0}">
      <dgm:prSet/>
      <dgm:spPr/>
      <dgm:t>
        <a:bodyPr/>
        <a:lstStyle/>
        <a:p>
          <a:endParaRPr lang="en-US"/>
        </a:p>
      </dgm:t>
    </dgm:pt>
    <dgm:pt modelId="{C8B3EDC6-FC59-4EBD-AE7B-85CDC5DE8968}" type="sibTrans" cxnId="{737E4FBA-1304-4C45-9F2A-04E1D2CC78A0}">
      <dgm:prSet/>
      <dgm:spPr/>
      <dgm:t>
        <a:bodyPr/>
        <a:lstStyle/>
        <a:p>
          <a:endParaRPr lang="en-US"/>
        </a:p>
      </dgm:t>
    </dgm:pt>
    <dgm:pt modelId="{F60FA790-759E-404C-A4F0-8F390E62D8E1}">
      <dgm:prSet/>
      <dgm:spPr/>
      <dgm:t>
        <a:bodyPr/>
        <a:lstStyle/>
        <a:p>
          <a:r>
            <a:rPr lang="en-US" b="1"/>
            <a:t>2. Offline Content Servers (e.g., Raspberry Pi-based systems)</a:t>
          </a:r>
          <a:endParaRPr lang="en-US"/>
        </a:p>
      </dgm:t>
    </dgm:pt>
    <dgm:pt modelId="{D0973383-B43C-45DD-99E5-5497A5797CF3}" type="parTrans" cxnId="{FECE1614-A768-4558-8CB9-9D5F762AA642}">
      <dgm:prSet/>
      <dgm:spPr/>
      <dgm:t>
        <a:bodyPr/>
        <a:lstStyle/>
        <a:p>
          <a:endParaRPr lang="en-US"/>
        </a:p>
      </dgm:t>
    </dgm:pt>
    <dgm:pt modelId="{CD96835B-5D10-4CC8-AEE7-09E16C1CB653}" type="sibTrans" cxnId="{FECE1614-A768-4558-8CB9-9D5F762AA642}">
      <dgm:prSet/>
      <dgm:spPr/>
      <dgm:t>
        <a:bodyPr/>
        <a:lstStyle/>
        <a:p>
          <a:endParaRPr lang="en-US"/>
        </a:p>
      </dgm:t>
    </dgm:pt>
    <dgm:pt modelId="{527B152B-0286-4F89-8A79-9A9AC9751F80}">
      <dgm:prSet/>
      <dgm:spPr/>
      <dgm:t>
        <a:bodyPr/>
        <a:lstStyle/>
        <a:p>
          <a:r>
            <a:rPr lang="en-US"/>
            <a:t>Provide local hosting of content </a:t>
          </a:r>
        </a:p>
      </dgm:t>
    </dgm:pt>
    <dgm:pt modelId="{9D996795-2CCD-4614-81F8-96EAAFC5607A}" type="parTrans" cxnId="{EC868727-B988-4909-959D-A0C3F82E6F01}">
      <dgm:prSet/>
      <dgm:spPr/>
      <dgm:t>
        <a:bodyPr/>
        <a:lstStyle/>
        <a:p>
          <a:endParaRPr lang="en-US"/>
        </a:p>
      </dgm:t>
    </dgm:pt>
    <dgm:pt modelId="{47EF8C27-5989-4AE5-B6FC-0FCD33C28DC4}" type="sibTrans" cxnId="{EC868727-B988-4909-959D-A0C3F82E6F01}">
      <dgm:prSet/>
      <dgm:spPr/>
      <dgm:t>
        <a:bodyPr/>
        <a:lstStyle/>
        <a:p>
          <a:endParaRPr lang="en-US"/>
        </a:p>
      </dgm:t>
    </dgm:pt>
    <dgm:pt modelId="{CB83FB95-8197-4240-8ACB-12CB2AFA8BE0}">
      <dgm:prSet/>
      <dgm:spPr/>
      <dgm:t>
        <a:bodyPr/>
        <a:lstStyle/>
        <a:p>
          <a:r>
            <a:rPr lang="en-US"/>
            <a:t>Higher cost and power consumption </a:t>
          </a:r>
        </a:p>
      </dgm:t>
    </dgm:pt>
    <dgm:pt modelId="{69AC9FC1-0CEA-4A78-AAEA-F9E69EA580B4}" type="parTrans" cxnId="{76ADED0F-2BD0-4CF7-AC06-26F83A640984}">
      <dgm:prSet/>
      <dgm:spPr/>
      <dgm:t>
        <a:bodyPr/>
        <a:lstStyle/>
        <a:p>
          <a:endParaRPr lang="en-US"/>
        </a:p>
      </dgm:t>
    </dgm:pt>
    <dgm:pt modelId="{014DFA3E-92C0-4303-83FA-D807E12DDDF1}" type="sibTrans" cxnId="{76ADED0F-2BD0-4CF7-AC06-26F83A640984}">
      <dgm:prSet/>
      <dgm:spPr/>
      <dgm:t>
        <a:bodyPr/>
        <a:lstStyle/>
        <a:p>
          <a:endParaRPr lang="en-US"/>
        </a:p>
      </dgm:t>
    </dgm:pt>
    <dgm:pt modelId="{92F788D4-8C22-4035-B100-D48CBCA6905E}">
      <dgm:prSet/>
      <dgm:spPr/>
      <dgm:t>
        <a:bodyPr/>
        <a:lstStyle/>
        <a:p>
          <a:r>
            <a:rPr lang="en-US"/>
            <a:t>Bulkier and less portable compared to ESP32 </a:t>
          </a:r>
        </a:p>
      </dgm:t>
    </dgm:pt>
    <dgm:pt modelId="{A8D56DAE-AEF0-4100-91DF-FAECCB275482}" type="parTrans" cxnId="{523A942D-D383-4791-A37D-94CAD8E93986}">
      <dgm:prSet/>
      <dgm:spPr/>
      <dgm:t>
        <a:bodyPr/>
        <a:lstStyle/>
        <a:p>
          <a:endParaRPr lang="en-US"/>
        </a:p>
      </dgm:t>
    </dgm:pt>
    <dgm:pt modelId="{A5918E74-7705-4D49-9388-748FF1D7CA95}" type="sibTrans" cxnId="{523A942D-D383-4791-A37D-94CAD8E93986}">
      <dgm:prSet/>
      <dgm:spPr/>
      <dgm:t>
        <a:bodyPr/>
        <a:lstStyle/>
        <a:p>
          <a:endParaRPr lang="en-US"/>
        </a:p>
      </dgm:t>
    </dgm:pt>
    <dgm:pt modelId="{EBA1A991-5EC1-421B-AB8A-693C5E7F9041}">
      <dgm:prSet/>
      <dgm:spPr/>
      <dgm:t>
        <a:bodyPr/>
        <a:lstStyle/>
        <a:p>
          <a:r>
            <a:rPr lang="en-US" b="1"/>
            <a:t>3. Local File Sharing Methods</a:t>
          </a:r>
          <a:endParaRPr lang="en-US"/>
        </a:p>
      </dgm:t>
    </dgm:pt>
    <dgm:pt modelId="{CE097019-C70B-4B51-9DAB-C94B340E07B7}" type="parTrans" cxnId="{4EF91323-2A91-48CD-83F8-2124B51EEC5D}">
      <dgm:prSet/>
      <dgm:spPr/>
      <dgm:t>
        <a:bodyPr/>
        <a:lstStyle/>
        <a:p>
          <a:endParaRPr lang="en-US"/>
        </a:p>
      </dgm:t>
    </dgm:pt>
    <dgm:pt modelId="{5A0C2E54-8C9B-4AD2-9F14-3F01D59EC9C1}" type="sibTrans" cxnId="{4EF91323-2A91-48CD-83F8-2124B51EEC5D}">
      <dgm:prSet/>
      <dgm:spPr/>
      <dgm:t>
        <a:bodyPr/>
        <a:lstStyle/>
        <a:p>
          <a:endParaRPr lang="en-US"/>
        </a:p>
      </dgm:t>
    </dgm:pt>
    <dgm:pt modelId="{2410EFB9-BE3E-44DC-A5ED-A07ED3FB3E2B}">
      <dgm:prSet/>
      <dgm:spPr/>
      <dgm:t>
        <a:bodyPr/>
        <a:lstStyle/>
        <a:p>
          <a:r>
            <a:rPr lang="en-US"/>
            <a:t>USB drives, Bluetooth sharing </a:t>
          </a:r>
        </a:p>
      </dgm:t>
    </dgm:pt>
    <dgm:pt modelId="{568E7D26-9238-4EE0-8453-09E3A32F803E}" type="parTrans" cxnId="{14365727-4E9A-4429-A090-13FA796D3309}">
      <dgm:prSet/>
      <dgm:spPr/>
      <dgm:t>
        <a:bodyPr/>
        <a:lstStyle/>
        <a:p>
          <a:endParaRPr lang="en-US"/>
        </a:p>
      </dgm:t>
    </dgm:pt>
    <dgm:pt modelId="{E2CAFA0F-44B4-4D86-84BB-707C954FD06F}" type="sibTrans" cxnId="{14365727-4E9A-4429-A090-13FA796D3309}">
      <dgm:prSet/>
      <dgm:spPr/>
      <dgm:t>
        <a:bodyPr/>
        <a:lstStyle/>
        <a:p>
          <a:endParaRPr lang="en-US"/>
        </a:p>
      </dgm:t>
    </dgm:pt>
    <dgm:pt modelId="{99EB96A1-C227-4EA6-B4BE-7F12F5752266}">
      <dgm:prSet/>
      <dgm:spPr/>
      <dgm:t>
        <a:bodyPr/>
        <a:lstStyle/>
        <a:p>
          <a:r>
            <a:rPr lang="en-US"/>
            <a:t>Not scalable for multiple users </a:t>
          </a:r>
        </a:p>
      </dgm:t>
    </dgm:pt>
    <dgm:pt modelId="{398FDDC5-BC2E-4C60-B8A8-6AFB1A43DF7F}" type="parTrans" cxnId="{777E0979-8F9C-4BFD-B19C-63C93BE12CE5}">
      <dgm:prSet/>
      <dgm:spPr/>
      <dgm:t>
        <a:bodyPr/>
        <a:lstStyle/>
        <a:p>
          <a:endParaRPr lang="en-US"/>
        </a:p>
      </dgm:t>
    </dgm:pt>
    <dgm:pt modelId="{4198DBB9-1DBB-42B9-ABA4-7A5E642C04C5}" type="sibTrans" cxnId="{777E0979-8F9C-4BFD-B19C-63C93BE12CE5}">
      <dgm:prSet/>
      <dgm:spPr/>
      <dgm:t>
        <a:bodyPr/>
        <a:lstStyle/>
        <a:p>
          <a:endParaRPr lang="en-US"/>
        </a:p>
      </dgm:t>
    </dgm:pt>
    <dgm:pt modelId="{1CD1579D-7FBE-4493-9A46-F3037D6ED604}">
      <dgm:prSet/>
      <dgm:spPr/>
      <dgm:t>
        <a:bodyPr/>
        <a:lstStyle/>
        <a:p>
          <a:r>
            <a:rPr lang="en-US"/>
            <a:t>No centralized control or streaming capability </a:t>
          </a:r>
        </a:p>
      </dgm:t>
    </dgm:pt>
    <dgm:pt modelId="{E87C9B37-FB03-4D8B-A9D7-CC7C006185F3}" type="parTrans" cxnId="{8F85E44F-B37E-4F85-99F8-6F4B2B7E4C09}">
      <dgm:prSet/>
      <dgm:spPr/>
      <dgm:t>
        <a:bodyPr/>
        <a:lstStyle/>
        <a:p>
          <a:endParaRPr lang="en-US"/>
        </a:p>
      </dgm:t>
    </dgm:pt>
    <dgm:pt modelId="{D5CF26A0-4FDC-4B41-87F8-962F25F84E20}" type="sibTrans" cxnId="{8F85E44F-B37E-4F85-99F8-6F4B2B7E4C09}">
      <dgm:prSet/>
      <dgm:spPr/>
      <dgm:t>
        <a:bodyPr/>
        <a:lstStyle/>
        <a:p>
          <a:endParaRPr lang="en-US"/>
        </a:p>
      </dgm:t>
    </dgm:pt>
    <dgm:pt modelId="{194A5B43-8CA1-4C0F-BCD2-46B6A418B3BE}">
      <dgm:prSet/>
      <dgm:spPr/>
      <dgm:t>
        <a:bodyPr/>
        <a:lstStyle/>
        <a:p>
          <a:r>
            <a:rPr lang="en-US" b="1"/>
            <a:t>4. Existing CDN Systems</a:t>
          </a:r>
          <a:endParaRPr lang="en-US"/>
        </a:p>
      </dgm:t>
    </dgm:pt>
    <dgm:pt modelId="{2DDE39F2-882A-46AA-BE4F-F8843524D8E0}" type="parTrans" cxnId="{80ABFABD-9D8F-4712-913B-665C0F114B98}">
      <dgm:prSet/>
      <dgm:spPr/>
      <dgm:t>
        <a:bodyPr/>
        <a:lstStyle/>
        <a:p>
          <a:endParaRPr lang="en-US"/>
        </a:p>
      </dgm:t>
    </dgm:pt>
    <dgm:pt modelId="{B8E55BA7-7872-40F5-929B-9AB2F35EAAF8}" type="sibTrans" cxnId="{80ABFABD-9D8F-4712-913B-665C0F114B98}">
      <dgm:prSet/>
      <dgm:spPr/>
      <dgm:t>
        <a:bodyPr/>
        <a:lstStyle/>
        <a:p>
          <a:endParaRPr lang="en-US"/>
        </a:p>
      </dgm:t>
    </dgm:pt>
    <dgm:pt modelId="{0EFC491A-8D1A-4088-B8F1-8FD69DFF8382}">
      <dgm:prSet/>
      <dgm:spPr/>
      <dgm:t>
        <a:bodyPr/>
        <a:lstStyle/>
        <a:p>
          <a:r>
            <a:rPr lang="en-US"/>
            <a:t>Designed for high-speed internet environments </a:t>
          </a:r>
        </a:p>
      </dgm:t>
    </dgm:pt>
    <dgm:pt modelId="{EA97BD42-4265-4AD5-BF40-5FB9AEAADD58}" type="parTrans" cxnId="{8A6A0E1A-46DC-416C-B55A-1D796C74F822}">
      <dgm:prSet/>
      <dgm:spPr/>
      <dgm:t>
        <a:bodyPr/>
        <a:lstStyle/>
        <a:p>
          <a:endParaRPr lang="en-US"/>
        </a:p>
      </dgm:t>
    </dgm:pt>
    <dgm:pt modelId="{0DB3121B-3F4F-4667-A87E-A6BCBFB8082B}" type="sibTrans" cxnId="{8A6A0E1A-46DC-416C-B55A-1D796C74F822}">
      <dgm:prSet/>
      <dgm:spPr/>
      <dgm:t>
        <a:bodyPr/>
        <a:lstStyle/>
        <a:p>
          <a:endParaRPr lang="en-US"/>
        </a:p>
      </dgm:t>
    </dgm:pt>
    <dgm:pt modelId="{5D97C547-8D3E-43DC-86F2-9C77C3601CA4}">
      <dgm:prSet/>
      <dgm:spPr/>
      <dgm:t>
        <a:bodyPr/>
        <a:lstStyle/>
        <a:p>
          <a:r>
            <a:rPr lang="en-US"/>
            <a:t>Expensive and infrastructure-heavy </a:t>
          </a:r>
        </a:p>
      </dgm:t>
    </dgm:pt>
    <dgm:pt modelId="{6631E7BC-8E24-4CED-BC4C-753C535B326B}" type="parTrans" cxnId="{0EBF20B6-A3A4-4255-A5C0-FBEE7D361D7F}">
      <dgm:prSet/>
      <dgm:spPr/>
      <dgm:t>
        <a:bodyPr/>
        <a:lstStyle/>
        <a:p>
          <a:endParaRPr lang="en-US"/>
        </a:p>
      </dgm:t>
    </dgm:pt>
    <dgm:pt modelId="{34C35CEF-BFCF-4A26-8DEE-F00E911B27DA}" type="sibTrans" cxnId="{0EBF20B6-A3A4-4255-A5C0-FBEE7D361D7F}">
      <dgm:prSet/>
      <dgm:spPr/>
      <dgm:t>
        <a:bodyPr/>
        <a:lstStyle/>
        <a:p>
          <a:endParaRPr lang="en-US"/>
        </a:p>
      </dgm:t>
    </dgm:pt>
    <dgm:pt modelId="{E34B99F4-54E9-4164-BC3F-8E525B5750B5}">
      <dgm:prSet/>
      <dgm:spPr/>
      <dgm:t>
        <a:bodyPr/>
        <a:lstStyle/>
        <a:p>
          <a:r>
            <a:rPr lang="en-US"/>
            <a:t>Not feasible for rural or offline scenarios</a:t>
          </a:r>
        </a:p>
      </dgm:t>
    </dgm:pt>
    <dgm:pt modelId="{7EFC2A0C-1E13-4C04-BEE1-E08CEFFA77D5}" type="parTrans" cxnId="{8BB58B29-FCFE-40B5-BD6B-181760282BBC}">
      <dgm:prSet/>
      <dgm:spPr/>
      <dgm:t>
        <a:bodyPr/>
        <a:lstStyle/>
        <a:p>
          <a:endParaRPr lang="en-US"/>
        </a:p>
      </dgm:t>
    </dgm:pt>
    <dgm:pt modelId="{F4D83B00-3A04-43A3-9719-EB9AC9BD3AA4}" type="sibTrans" cxnId="{8BB58B29-FCFE-40B5-BD6B-181760282BBC}">
      <dgm:prSet/>
      <dgm:spPr/>
      <dgm:t>
        <a:bodyPr/>
        <a:lstStyle/>
        <a:p>
          <a:endParaRPr lang="en-US"/>
        </a:p>
      </dgm:t>
    </dgm:pt>
    <dgm:pt modelId="{DB5A00DF-66A9-44A7-8C2C-7E8FE9AF29A5}" type="pres">
      <dgm:prSet presAssocID="{3616B5C2-4BCC-4F5C-BEE1-FA111889080E}" presName="diagram" presStyleCnt="0">
        <dgm:presLayoutVars>
          <dgm:dir/>
          <dgm:resizeHandles val="exact"/>
        </dgm:presLayoutVars>
      </dgm:prSet>
      <dgm:spPr/>
    </dgm:pt>
    <dgm:pt modelId="{D89DA98E-3C3A-4AF0-B33B-BD2438FB9BA2}" type="pres">
      <dgm:prSet presAssocID="{C89E7DFD-E2BC-40D8-8FF2-BD68B26E4A69}" presName="node" presStyleLbl="node1" presStyleIdx="0" presStyleCnt="18">
        <dgm:presLayoutVars>
          <dgm:bulletEnabled val="1"/>
        </dgm:presLayoutVars>
      </dgm:prSet>
      <dgm:spPr/>
    </dgm:pt>
    <dgm:pt modelId="{14A4B89B-7F3B-4DF0-9816-CC9476FE859D}" type="pres">
      <dgm:prSet presAssocID="{66C01D1B-DE50-4064-A59D-51BDFC6007BE}" presName="sibTrans" presStyleCnt="0"/>
      <dgm:spPr/>
    </dgm:pt>
    <dgm:pt modelId="{131FDF6B-4779-4BE0-9D31-580A4E5366A5}" type="pres">
      <dgm:prSet presAssocID="{8E9015BA-5055-440C-9D69-097C4AA08A75}" presName="node" presStyleLbl="node1" presStyleIdx="1" presStyleCnt="18">
        <dgm:presLayoutVars>
          <dgm:bulletEnabled val="1"/>
        </dgm:presLayoutVars>
      </dgm:prSet>
      <dgm:spPr/>
    </dgm:pt>
    <dgm:pt modelId="{71349B67-F9DF-4248-A4ED-B0D4334A2544}" type="pres">
      <dgm:prSet presAssocID="{FBD95F4E-C243-443E-A1D7-2E676FD5C185}" presName="sibTrans" presStyleCnt="0"/>
      <dgm:spPr/>
    </dgm:pt>
    <dgm:pt modelId="{4F686752-E5E8-406A-8412-530872EA2473}" type="pres">
      <dgm:prSet presAssocID="{D2C8AD05-5ACF-477D-977E-BEE92A79673B}" presName="node" presStyleLbl="node1" presStyleIdx="2" presStyleCnt="18">
        <dgm:presLayoutVars>
          <dgm:bulletEnabled val="1"/>
        </dgm:presLayoutVars>
      </dgm:prSet>
      <dgm:spPr/>
    </dgm:pt>
    <dgm:pt modelId="{EE4B51CE-1D49-41E8-A721-A6D9C6C660AC}" type="pres">
      <dgm:prSet presAssocID="{B5AC9405-CBC8-4E26-8A17-CB529D632616}" presName="sibTrans" presStyleCnt="0"/>
      <dgm:spPr/>
    </dgm:pt>
    <dgm:pt modelId="{D83A0948-9865-49D1-A27B-688D3505CB37}" type="pres">
      <dgm:prSet presAssocID="{1DB16567-02C6-4BF0-8DDF-5D691DDFEF0B}" presName="node" presStyleLbl="node1" presStyleIdx="3" presStyleCnt="18">
        <dgm:presLayoutVars>
          <dgm:bulletEnabled val="1"/>
        </dgm:presLayoutVars>
      </dgm:prSet>
      <dgm:spPr/>
    </dgm:pt>
    <dgm:pt modelId="{943E28E5-4175-415C-9675-799DF197B28B}" type="pres">
      <dgm:prSet presAssocID="{3D492536-B982-4D5A-9476-7AAE0942F82F}" presName="sibTrans" presStyleCnt="0"/>
      <dgm:spPr/>
    </dgm:pt>
    <dgm:pt modelId="{A8684FA4-C1C7-4C15-8B8A-F3689635AAF8}" type="pres">
      <dgm:prSet presAssocID="{1E0E3E91-E0B2-42E4-B9F4-8A0E1D76EBF4}" presName="node" presStyleLbl="node1" presStyleIdx="4" presStyleCnt="18">
        <dgm:presLayoutVars>
          <dgm:bulletEnabled val="1"/>
        </dgm:presLayoutVars>
      </dgm:prSet>
      <dgm:spPr/>
    </dgm:pt>
    <dgm:pt modelId="{41380A8E-F0CB-4079-AA09-8F7820D673B2}" type="pres">
      <dgm:prSet presAssocID="{FD5DB5FB-F41E-47C7-824F-74AC8A68412C}" presName="sibTrans" presStyleCnt="0"/>
      <dgm:spPr/>
    </dgm:pt>
    <dgm:pt modelId="{7B4C7330-83A9-471A-B5DC-A6F797F7F602}" type="pres">
      <dgm:prSet presAssocID="{496A6ECB-ACBA-498C-A081-72F4BBDCF1F7}" presName="node" presStyleLbl="node1" presStyleIdx="5" presStyleCnt="18">
        <dgm:presLayoutVars>
          <dgm:bulletEnabled val="1"/>
        </dgm:presLayoutVars>
      </dgm:prSet>
      <dgm:spPr/>
    </dgm:pt>
    <dgm:pt modelId="{F86896CD-1E68-4EFF-8578-19F428FC5065}" type="pres">
      <dgm:prSet presAssocID="{C8B3EDC6-FC59-4EBD-AE7B-85CDC5DE8968}" presName="sibTrans" presStyleCnt="0"/>
      <dgm:spPr/>
    </dgm:pt>
    <dgm:pt modelId="{DA14A789-33EA-4435-96E1-6186D289CA22}" type="pres">
      <dgm:prSet presAssocID="{F60FA790-759E-404C-A4F0-8F390E62D8E1}" presName="node" presStyleLbl="node1" presStyleIdx="6" presStyleCnt="18">
        <dgm:presLayoutVars>
          <dgm:bulletEnabled val="1"/>
        </dgm:presLayoutVars>
      </dgm:prSet>
      <dgm:spPr/>
    </dgm:pt>
    <dgm:pt modelId="{2A1DF0A8-9310-4050-A2C4-B5BC801BCF00}" type="pres">
      <dgm:prSet presAssocID="{CD96835B-5D10-4CC8-AEE7-09E16C1CB653}" presName="sibTrans" presStyleCnt="0"/>
      <dgm:spPr/>
    </dgm:pt>
    <dgm:pt modelId="{7DBE4667-5288-4994-A00D-2C1BD3B25937}" type="pres">
      <dgm:prSet presAssocID="{527B152B-0286-4F89-8A79-9A9AC9751F80}" presName="node" presStyleLbl="node1" presStyleIdx="7" presStyleCnt="18">
        <dgm:presLayoutVars>
          <dgm:bulletEnabled val="1"/>
        </dgm:presLayoutVars>
      </dgm:prSet>
      <dgm:spPr/>
    </dgm:pt>
    <dgm:pt modelId="{9920DAFB-252D-4007-BA40-C56C64C240DE}" type="pres">
      <dgm:prSet presAssocID="{47EF8C27-5989-4AE5-B6FC-0FCD33C28DC4}" presName="sibTrans" presStyleCnt="0"/>
      <dgm:spPr/>
    </dgm:pt>
    <dgm:pt modelId="{8E6C753E-1F88-4800-8F6C-8DDB8A248B9A}" type="pres">
      <dgm:prSet presAssocID="{CB83FB95-8197-4240-8ACB-12CB2AFA8BE0}" presName="node" presStyleLbl="node1" presStyleIdx="8" presStyleCnt="18">
        <dgm:presLayoutVars>
          <dgm:bulletEnabled val="1"/>
        </dgm:presLayoutVars>
      </dgm:prSet>
      <dgm:spPr/>
    </dgm:pt>
    <dgm:pt modelId="{DDFCF32C-0EE1-4880-81AA-6277851A37E5}" type="pres">
      <dgm:prSet presAssocID="{014DFA3E-92C0-4303-83FA-D807E12DDDF1}" presName="sibTrans" presStyleCnt="0"/>
      <dgm:spPr/>
    </dgm:pt>
    <dgm:pt modelId="{A9FC788A-2F85-4EDF-82C5-295C66AC9CC3}" type="pres">
      <dgm:prSet presAssocID="{92F788D4-8C22-4035-B100-D48CBCA6905E}" presName="node" presStyleLbl="node1" presStyleIdx="9" presStyleCnt="18">
        <dgm:presLayoutVars>
          <dgm:bulletEnabled val="1"/>
        </dgm:presLayoutVars>
      </dgm:prSet>
      <dgm:spPr/>
    </dgm:pt>
    <dgm:pt modelId="{0B12E785-AFED-48C5-B2D5-BBB511541726}" type="pres">
      <dgm:prSet presAssocID="{A5918E74-7705-4D49-9388-748FF1D7CA95}" presName="sibTrans" presStyleCnt="0"/>
      <dgm:spPr/>
    </dgm:pt>
    <dgm:pt modelId="{3B867CB2-624C-4CA3-A728-D09FBC24AF4A}" type="pres">
      <dgm:prSet presAssocID="{EBA1A991-5EC1-421B-AB8A-693C5E7F9041}" presName="node" presStyleLbl="node1" presStyleIdx="10" presStyleCnt="18">
        <dgm:presLayoutVars>
          <dgm:bulletEnabled val="1"/>
        </dgm:presLayoutVars>
      </dgm:prSet>
      <dgm:spPr/>
    </dgm:pt>
    <dgm:pt modelId="{DCACE05B-FC3A-491C-AD77-F5349D98C1E2}" type="pres">
      <dgm:prSet presAssocID="{5A0C2E54-8C9B-4AD2-9F14-3F01D59EC9C1}" presName="sibTrans" presStyleCnt="0"/>
      <dgm:spPr/>
    </dgm:pt>
    <dgm:pt modelId="{5BBC7A80-75F2-4013-964A-0343D2B1D05E}" type="pres">
      <dgm:prSet presAssocID="{2410EFB9-BE3E-44DC-A5ED-A07ED3FB3E2B}" presName="node" presStyleLbl="node1" presStyleIdx="11" presStyleCnt="18">
        <dgm:presLayoutVars>
          <dgm:bulletEnabled val="1"/>
        </dgm:presLayoutVars>
      </dgm:prSet>
      <dgm:spPr/>
    </dgm:pt>
    <dgm:pt modelId="{CD4FE9DE-4EBE-45F6-8800-DB17EBF99747}" type="pres">
      <dgm:prSet presAssocID="{E2CAFA0F-44B4-4D86-84BB-707C954FD06F}" presName="sibTrans" presStyleCnt="0"/>
      <dgm:spPr/>
    </dgm:pt>
    <dgm:pt modelId="{114465BB-10C6-4EC3-ADA9-1DBF67037800}" type="pres">
      <dgm:prSet presAssocID="{99EB96A1-C227-4EA6-B4BE-7F12F5752266}" presName="node" presStyleLbl="node1" presStyleIdx="12" presStyleCnt="18">
        <dgm:presLayoutVars>
          <dgm:bulletEnabled val="1"/>
        </dgm:presLayoutVars>
      </dgm:prSet>
      <dgm:spPr/>
    </dgm:pt>
    <dgm:pt modelId="{734C7689-CABC-4339-B904-3D4C05C835F9}" type="pres">
      <dgm:prSet presAssocID="{4198DBB9-1DBB-42B9-ABA4-7A5E642C04C5}" presName="sibTrans" presStyleCnt="0"/>
      <dgm:spPr/>
    </dgm:pt>
    <dgm:pt modelId="{AEE677BF-0696-4A0E-BC54-BFC6972EC2F1}" type="pres">
      <dgm:prSet presAssocID="{1CD1579D-7FBE-4493-9A46-F3037D6ED604}" presName="node" presStyleLbl="node1" presStyleIdx="13" presStyleCnt="18">
        <dgm:presLayoutVars>
          <dgm:bulletEnabled val="1"/>
        </dgm:presLayoutVars>
      </dgm:prSet>
      <dgm:spPr/>
    </dgm:pt>
    <dgm:pt modelId="{C1651BA3-9482-4369-A594-9C6ED5528ABE}" type="pres">
      <dgm:prSet presAssocID="{D5CF26A0-4FDC-4B41-87F8-962F25F84E20}" presName="sibTrans" presStyleCnt="0"/>
      <dgm:spPr/>
    </dgm:pt>
    <dgm:pt modelId="{4DB8CDAA-C16A-4387-9A89-109289E206C7}" type="pres">
      <dgm:prSet presAssocID="{194A5B43-8CA1-4C0F-BCD2-46B6A418B3BE}" presName="node" presStyleLbl="node1" presStyleIdx="14" presStyleCnt="18">
        <dgm:presLayoutVars>
          <dgm:bulletEnabled val="1"/>
        </dgm:presLayoutVars>
      </dgm:prSet>
      <dgm:spPr/>
    </dgm:pt>
    <dgm:pt modelId="{D6BF7CD6-3BAB-4B64-8BB8-589AF8908AFD}" type="pres">
      <dgm:prSet presAssocID="{B8E55BA7-7872-40F5-929B-9AB2F35EAAF8}" presName="sibTrans" presStyleCnt="0"/>
      <dgm:spPr/>
    </dgm:pt>
    <dgm:pt modelId="{9B381494-6800-497A-85F5-DD0700F71F34}" type="pres">
      <dgm:prSet presAssocID="{0EFC491A-8D1A-4088-B8F1-8FD69DFF8382}" presName="node" presStyleLbl="node1" presStyleIdx="15" presStyleCnt="18">
        <dgm:presLayoutVars>
          <dgm:bulletEnabled val="1"/>
        </dgm:presLayoutVars>
      </dgm:prSet>
      <dgm:spPr/>
    </dgm:pt>
    <dgm:pt modelId="{65D771CD-1B2F-47F6-A1E3-EA53D81655F2}" type="pres">
      <dgm:prSet presAssocID="{0DB3121B-3F4F-4667-A87E-A6BCBFB8082B}" presName="sibTrans" presStyleCnt="0"/>
      <dgm:spPr/>
    </dgm:pt>
    <dgm:pt modelId="{F67D25E4-B07F-468A-919C-3EE92CECA1E7}" type="pres">
      <dgm:prSet presAssocID="{5D97C547-8D3E-43DC-86F2-9C77C3601CA4}" presName="node" presStyleLbl="node1" presStyleIdx="16" presStyleCnt="18">
        <dgm:presLayoutVars>
          <dgm:bulletEnabled val="1"/>
        </dgm:presLayoutVars>
      </dgm:prSet>
      <dgm:spPr/>
    </dgm:pt>
    <dgm:pt modelId="{3B8D4C04-C72F-42E7-9DBE-AE87B6379FFC}" type="pres">
      <dgm:prSet presAssocID="{34C35CEF-BFCF-4A26-8DEE-F00E911B27DA}" presName="sibTrans" presStyleCnt="0"/>
      <dgm:spPr/>
    </dgm:pt>
    <dgm:pt modelId="{8C167383-1543-463A-AA56-15DDDBA1E543}" type="pres">
      <dgm:prSet presAssocID="{E34B99F4-54E9-4164-BC3F-8E525B5750B5}" presName="node" presStyleLbl="node1" presStyleIdx="17" presStyleCnt="18">
        <dgm:presLayoutVars>
          <dgm:bulletEnabled val="1"/>
        </dgm:presLayoutVars>
      </dgm:prSet>
      <dgm:spPr/>
    </dgm:pt>
  </dgm:ptLst>
  <dgm:cxnLst>
    <dgm:cxn modelId="{53882507-DC91-4A7E-9A5B-9A900F2CA020}" type="presOf" srcId="{5D97C547-8D3E-43DC-86F2-9C77C3601CA4}" destId="{F67D25E4-B07F-468A-919C-3EE92CECA1E7}" srcOrd="0" destOrd="0" presId="urn:microsoft.com/office/officeart/2005/8/layout/default"/>
    <dgm:cxn modelId="{9D099207-1D0B-4942-B0BE-5A6E3B655136}" type="presOf" srcId="{1E0E3E91-E0B2-42E4-B9F4-8A0E1D76EBF4}" destId="{A8684FA4-C1C7-4C15-8B8A-F3689635AAF8}" srcOrd="0" destOrd="0" presId="urn:microsoft.com/office/officeart/2005/8/layout/default"/>
    <dgm:cxn modelId="{B43EAF0B-D50B-4324-9C3D-C0B23050A549}" srcId="{3616B5C2-4BCC-4F5C-BEE1-FA111889080E}" destId="{8E9015BA-5055-440C-9D69-097C4AA08A75}" srcOrd="1" destOrd="0" parTransId="{2103C508-3030-43CB-9455-3D7B3990B19F}" sibTransId="{FBD95F4E-C243-443E-A1D7-2E676FD5C185}"/>
    <dgm:cxn modelId="{76ADED0F-2BD0-4CF7-AC06-26F83A640984}" srcId="{3616B5C2-4BCC-4F5C-BEE1-FA111889080E}" destId="{CB83FB95-8197-4240-8ACB-12CB2AFA8BE0}" srcOrd="8" destOrd="0" parTransId="{69AC9FC1-0CEA-4A78-AAEA-F9E69EA580B4}" sibTransId="{014DFA3E-92C0-4303-83FA-D807E12DDDF1}"/>
    <dgm:cxn modelId="{FECE1614-A768-4558-8CB9-9D5F762AA642}" srcId="{3616B5C2-4BCC-4F5C-BEE1-FA111889080E}" destId="{F60FA790-759E-404C-A4F0-8F390E62D8E1}" srcOrd="6" destOrd="0" parTransId="{D0973383-B43C-45DD-99E5-5497A5797CF3}" sibTransId="{CD96835B-5D10-4CC8-AEE7-09E16C1CB653}"/>
    <dgm:cxn modelId="{8A6A0E1A-46DC-416C-B55A-1D796C74F822}" srcId="{3616B5C2-4BCC-4F5C-BEE1-FA111889080E}" destId="{0EFC491A-8D1A-4088-B8F1-8FD69DFF8382}" srcOrd="15" destOrd="0" parTransId="{EA97BD42-4265-4AD5-BF40-5FB9AEAADD58}" sibTransId="{0DB3121B-3F4F-4667-A87E-A6BCBFB8082B}"/>
    <dgm:cxn modelId="{E175951B-3EB8-4E3E-B0B4-2145F39E813E}" type="presOf" srcId="{527B152B-0286-4F89-8A79-9A9AC9751F80}" destId="{7DBE4667-5288-4994-A00D-2C1BD3B25937}" srcOrd="0" destOrd="0" presId="urn:microsoft.com/office/officeart/2005/8/layout/default"/>
    <dgm:cxn modelId="{4EF91323-2A91-48CD-83F8-2124B51EEC5D}" srcId="{3616B5C2-4BCC-4F5C-BEE1-FA111889080E}" destId="{EBA1A991-5EC1-421B-AB8A-693C5E7F9041}" srcOrd="10" destOrd="0" parTransId="{CE097019-C70B-4B51-9DAB-C94B340E07B7}" sibTransId="{5A0C2E54-8C9B-4AD2-9F14-3F01D59EC9C1}"/>
    <dgm:cxn modelId="{CFE64724-243C-4388-9C46-7D73CB157179}" type="presOf" srcId="{92F788D4-8C22-4035-B100-D48CBCA6905E}" destId="{A9FC788A-2F85-4EDF-82C5-295C66AC9CC3}" srcOrd="0" destOrd="0" presId="urn:microsoft.com/office/officeart/2005/8/layout/default"/>
    <dgm:cxn modelId="{F1D6BB26-CF5E-4FB8-9735-BD9DA8618D3E}" type="presOf" srcId="{496A6ECB-ACBA-498C-A081-72F4BBDCF1F7}" destId="{7B4C7330-83A9-471A-B5DC-A6F797F7F602}" srcOrd="0" destOrd="0" presId="urn:microsoft.com/office/officeart/2005/8/layout/default"/>
    <dgm:cxn modelId="{14365727-4E9A-4429-A090-13FA796D3309}" srcId="{3616B5C2-4BCC-4F5C-BEE1-FA111889080E}" destId="{2410EFB9-BE3E-44DC-A5ED-A07ED3FB3E2B}" srcOrd="11" destOrd="0" parTransId="{568E7D26-9238-4EE0-8453-09E3A32F803E}" sibTransId="{E2CAFA0F-44B4-4D86-84BB-707C954FD06F}"/>
    <dgm:cxn modelId="{EC868727-B988-4909-959D-A0C3F82E6F01}" srcId="{3616B5C2-4BCC-4F5C-BEE1-FA111889080E}" destId="{527B152B-0286-4F89-8A79-9A9AC9751F80}" srcOrd="7" destOrd="0" parTransId="{9D996795-2CCD-4614-81F8-96EAAFC5607A}" sibTransId="{47EF8C27-5989-4AE5-B6FC-0FCD33C28DC4}"/>
    <dgm:cxn modelId="{8BB58B29-FCFE-40B5-BD6B-181760282BBC}" srcId="{3616B5C2-4BCC-4F5C-BEE1-FA111889080E}" destId="{E34B99F4-54E9-4164-BC3F-8E525B5750B5}" srcOrd="17" destOrd="0" parTransId="{7EFC2A0C-1E13-4C04-BEE1-E08CEFFA77D5}" sibTransId="{F4D83B00-3A04-43A3-9719-EB9AC9BD3AA4}"/>
    <dgm:cxn modelId="{404D0C2B-DD24-48CF-98F6-B22280F663D1}" type="presOf" srcId="{D2C8AD05-5ACF-477D-977E-BEE92A79673B}" destId="{4F686752-E5E8-406A-8412-530872EA2473}" srcOrd="0" destOrd="0" presId="urn:microsoft.com/office/officeart/2005/8/layout/default"/>
    <dgm:cxn modelId="{3B46B12B-6C68-4D5A-A315-F86B06641625}" type="presOf" srcId="{8E9015BA-5055-440C-9D69-097C4AA08A75}" destId="{131FDF6B-4779-4BE0-9D31-580A4E5366A5}" srcOrd="0" destOrd="0" presId="urn:microsoft.com/office/officeart/2005/8/layout/default"/>
    <dgm:cxn modelId="{523A942D-D383-4791-A37D-94CAD8E93986}" srcId="{3616B5C2-4BCC-4F5C-BEE1-FA111889080E}" destId="{92F788D4-8C22-4035-B100-D48CBCA6905E}" srcOrd="9" destOrd="0" parTransId="{A8D56DAE-AEF0-4100-91DF-FAECCB275482}" sibTransId="{A5918E74-7705-4D49-9388-748FF1D7CA95}"/>
    <dgm:cxn modelId="{C9F9F73A-9EB3-4CF3-AAF6-F33955312612}" type="presOf" srcId="{CB83FB95-8197-4240-8ACB-12CB2AFA8BE0}" destId="{8E6C753E-1F88-4800-8F6C-8DDB8A248B9A}" srcOrd="0" destOrd="0" presId="urn:microsoft.com/office/officeart/2005/8/layout/default"/>
    <dgm:cxn modelId="{21DAEF41-F379-4BB6-9827-6AE6C87E515A}" type="presOf" srcId="{1CD1579D-7FBE-4493-9A46-F3037D6ED604}" destId="{AEE677BF-0696-4A0E-BC54-BFC6972EC2F1}" srcOrd="0" destOrd="0" presId="urn:microsoft.com/office/officeart/2005/8/layout/default"/>
    <dgm:cxn modelId="{92020262-E648-4910-9ED2-64193E6F0E65}" srcId="{3616B5C2-4BCC-4F5C-BEE1-FA111889080E}" destId="{C89E7DFD-E2BC-40D8-8FF2-BD68B26E4A69}" srcOrd="0" destOrd="0" parTransId="{0B430E5C-84ED-4523-9751-5BBF62D076DD}" sibTransId="{66C01D1B-DE50-4064-A59D-51BDFC6007BE}"/>
    <dgm:cxn modelId="{90EC244F-3C1B-42D5-B1D0-F67063771C4C}" type="presOf" srcId="{194A5B43-8CA1-4C0F-BCD2-46B6A418B3BE}" destId="{4DB8CDAA-C16A-4387-9A89-109289E206C7}" srcOrd="0" destOrd="0" presId="urn:microsoft.com/office/officeart/2005/8/layout/default"/>
    <dgm:cxn modelId="{8F85E44F-B37E-4F85-99F8-6F4B2B7E4C09}" srcId="{3616B5C2-4BCC-4F5C-BEE1-FA111889080E}" destId="{1CD1579D-7FBE-4493-9A46-F3037D6ED604}" srcOrd="13" destOrd="0" parTransId="{E87C9B37-FB03-4D8B-A9D7-CC7C006185F3}" sibTransId="{D5CF26A0-4FDC-4B41-87F8-962F25F84E20}"/>
    <dgm:cxn modelId="{777E0979-8F9C-4BFD-B19C-63C93BE12CE5}" srcId="{3616B5C2-4BCC-4F5C-BEE1-FA111889080E}" destId="{99EB96A1-C227-4EA6-B4BE-7F12F5752266}" srcOrd="12" destOrd="0" parTransId="{398FDDC5-BC2E-4C60-B8A8-6AFB1A43DF7F}" sibTransId="{4198DBB9-1DBB-42B9-ABA4-7A5E642C04C5}"/>
    <dgm:cxn modelId="{FE43997B-ED11-4B41-A133-9B44F1D764AD}" type="presOf" srcId="{C89E7DFD-E2BC-40D8-8FF2-BD68B26E4A69}" destId="{D89DA98E-3C3A-4AF0-B33B-BD2438FB9BA2}" srcOrd="0" destOrd="0" presId="urn:microsoft.com/office/officeart/2005/8/layout/default"/>
    <dgm:cxn modelId="{58BEDB7F-E821-48F2-A9B9-D4515CDDFCA2}" srcId="{3616B5C2-4BCC-4F5C-BEE1-FA111889080E}" destId="{1E0E3E91-E0B2-42E4-B9F4-8A0E1D76EBF4}" srcOrd="4" destOrd="0" parTransId="{C4BB89A9-469A-4EA4-A432-7AD5B4EC5E69}" sibTransId="{FD5DB5FB-F41E-47C7-824F-74AC8A68412C}"/>
    <dgm:cxn modelId="{7265548C-DBCE-4F35-B36A-A3C698AC3C67}" type="presOf" srcId="{3616B5C2-4BCC-4F5C-BEE1-FA111889080E}" destId="{DB5A00DF-66A9-44A7-8C2C-7E8FE9AF29A5}" srcOrd="0" destOrd="0" presId="urn:microsoft.com/office/officeart/2005/8/layout/default"/>
    <dgm:cxn modelId="{49427796-2101-4F06-83E5-7A2669603A7A}" srcId="{3616B5C2-4BCC-4F5C-BEE1-FA111889080E}" destId="{D2C8AD05-5ACF-477D-977E-BEE92A79673B}" srcOrd="2" destOrd="0" parTransId="{067D116A-5B2A-45DF-A1A1-02E4EAEA2C00}" sibTransId="{B5AC9405-CBC8-4E26-8A17-CB529D632616}"/>
    <dgm:cxn modelId="{0EBF20B6-A3A4-4255-A5C0-FBEE7D361D7F}" srcId="{3616B5C2-4BCC-4F5C-BEE1-FA111889080E}" destId="{5D97C547-8D3E-43DC-86F2-9C77C3601CA4}" srcOrd="16" destOrd="0" parTransId="{6631E7BC-8E24-4CED-BC4C-753C535B326B}" sibTransId="{34C35CEF-BFCF-4A26-8DEE-F00E911B27DA}"/>
    <dgm:cxn modelId="{2CBFBEB7-0AF5-4165-8A07-0EE9BC868321}" type="presOf" srcId="{EBA1A991-5EC1-421B-AB8A-693C5E7F9041}" destId="{3B867CB2-624C-4CA3-A728-D09FBC24AF4A}" srcOrd="0" destOrd="0" presId="urn:microsoft.com/office/officeart/2005/8/layout/default"/>
    <dgm:cxn modelId="{737E4FBA-1304-4C45-9F2A-04E1D2CC78A0}" srcId="{3616B5C2-4BCC-4F5C-BEE1-FA111889080E}" destId="{496A6ECB-ACBA-498C-A081-72F4BBDCF1F7}" srcOrd="5" destOrd="0" parTransId="{B29DE251-75AE-44AB-90C6-E0C8231DFAB5}" sibTransId="{C8B3EDC6-FC59-4EBD-AE7B-85CDC5DE8968}"/>
    <dgm:cxn modelId="{80ABFABD-9D8F-4712-913B-665C0F114B98}" srcId="{3616B5C2-4BCC-4F5C-BEE1-FA111889080E}" destId="{194A5B43-8CA1-4C0F-BCD2-46B6A418B3BE}" srcOrd="14" destOrd="0" parTransId="{2DDE39F2-882A-46AA-BE4F-F8843524D8E0}" sibTransId="{B8E55BA7-7872-40F5-929B-9AB2F35EAAF8}"/>
    <dgm:cxn modelId="{471DFCD2-08BA-4557-8A8F-689D0E846562}" type="presOf" srcId="{0EFC491A-8D1A-4088-B8F1-8FD69DFF8382}" destId="{9B381494-6800-497A-85F5-DD0700F71F34}" srcOrd="0" destOrd="0" presId="urn:microsoft.com/office/officeart/2005/8/layout/default"/>
    <dgm:cxn modelId="{159A1EDF-BCFB-4908-9E7F-CF2E91D2C399}" type="presOf" srcId="{1DB16567-02C6-4BF0-8DDF-5D691DDFEF0B}" destId="{D83A0948-9865-49D1-A27B-688D3505CB37}" srcOrd="0" destOrd="0" presId="urn:microsoft.com/office/officeart/2005/8/layout/default"/>
    <dgm:cxn modelId="{3A741BE2-C7FC-4321-9772-5D513E8F3B3F}" type="presOf" srcId="{F60FA790-759E-404C-A4F0-8F390E62D8E1}" destId="{DA14A789-33EA-4435-96E1-6186D289CA22}" srcOrd="0" destOrd="0" presId="urn:microsoft.com/office/officeart/2005/8/layout/default"/>
    <dgm:cxn modelId="{40E69FE3-016D-479E-AF7B-125E33295CF7}" type="presOf" srcId="{99EB96A1-C227-4EA6-B4BE-7F12F5752266}" destId="{114465BB-10C6-4EC3-ADA9-1DBF67037800}" srcOrd="0" destOrd="0" presId="urn:microsoft.com/office/officeart/2005/8/layout/default"/>
    <dgm:cxn modelId="{E5ADA2EC-7892-4D87-895D-9C70872C72F4}" srcId="{3616B5C2-4BCC-4F5C-BEE1-FA111889080E}" destId="{1DB16567-02C6-4BF0-8DDF-5D691DDFEF0B}" srcOrd="3" destOrd="0" parTransId="{1895940A-93E0-4F9F-900E-4179DAE8E983}" sibTransId="{3D492536-B982-4D5A-9476-7AAE0942F82F}"/>
    <dgm:cxn modelId="{1342B0F6-BA70-49A7-A36D-31BC34E6B662}" type="presOf" srcId="{2410EFB9-BE3E-44DC-A5ED-A07ED3FB3E2B}" destId="{5BBC7A80-75F2-4013-964A-0343D2B1D05E}" srcOrd="0" destOrd="0" presId="urn:microsoft.com/office/officeart/2005/8/layout/default"/>
    <dgm:cxn modelId="{2CD8B2FD-98B9-4D78-9A9B-5A09A55B12DA}" type="presOf" srcId="{E34B99F4-54E9-4164-BC3F-8E525B5750B5}" destId="{8C167383-1543-463A-AA56-15DDDBA1E543}" srcOrd="0" destOrd="0" presId="urn:microsoft.com/office/officeart/2005/8/layout/default"/>
    <dgm:cxn modelId="{240E3AE0-326C-4415-8F48-D92727B653FB}" type="presParOf" srcId="{DB5A00DF-66A9-44A7-8C2C-7E8FE9AF29A5}" destId="{D89DA98E-3C3A-4AF0-B33B-BD2438FB9BA2}" srcOrd="0" destOrd="0" presId="urn:microsoft.com/office/officeart/2005/8/layout/default"/>
    <dgm:cxn modelId="{08077F03-282F-4669-B4FA-086807C44B42}" type="presParOf" srcId="{DB5A00DF-66A9-44A7-8C2C-7E8FE9AF29A5}" destId="{14A4B89B-7F3B-4DF0-9816-CC9476FE859D}" srcOrd="1" destOrd="0" presId="urn:microsoft.com/office/officeart/2005/8/layout/default"/>
    <dgm:cxn modelId="{0D6CDAC3-B89C-4CD1-8E33-39BCAAA359F5}" type="presParOf" srcId="{DB5A00DF-66A9-44A7-8C2C-7E8FE9AF29A5}" destId="{131FDF6B-4779-4BE0-9D31-580A4E5366A5}" srcOrd="2" destOrd="0" presId="urn:microsoft.com/office/officeart/2005/8/layout/default"/>
    <dgm:cxn modelId="{4E490F12-26B0-48A3-9064-1C352DE08124}" type="presParOf" srcId="{DB5A00DF-66A9-44A7-8C2C-7E8FE9AF29A5}" destId="{71349B67-F9DF-4248-A4ED-B0D4334A2544}" srcOrd="3" destOrd="0" presId="urn:microsoft.com/office/officeart/2005/8/layout/default"/>
    <dgm:cxn modelId="{2D546450-5152-49F2-869F-C91FAE8A7D37}" type="presParOf" srcId="{DB5A00DF-66A9-44A7-8C2C-7E8FE9AF29A5}" destId="{4F686752-E5E8-406A-8412-530872EA2473}" srcOrd="4" destOrd="0" presId="urn:microsoft.com/office/officeart/2005/8/layout/default"/>
    <dgm:cxn modelId="{FC9649EB-FE0C-4760-8616-16616A9BBB87}" type="presParOf" srcId="{DB5A00DF-66A9-44A7-8C2C-7E8FE9AF29A5}" destId="{EE4B51CE-1D49-41E8-A721-A6D9C6C660AC}" srcOrd="5" destOrd="0" presId="urn:microsoft.com/office/officeart/2005/8/layout/default"/>
    <dgm:cxn modelId="{88D8EB9B-D030-456E-85B0-3AD70A83DA8F}" type="presParOf" srcId="{DB5A00DF-66A9-44A7-8C2C-7E8FE9AF29A5}" destId="{D83A0948-9865-49D1-A27B-688D3505CB37}" srcOrd="6" destOrd="0" presId="urn:microsoft.com/office/officeart/2005/8/layout/default"/>
    <dgm:cxn modelId="{91EC76D5-3CD0-4B29-A432-B197631BAA0B}" type="presParOf" srcId="{DB5A00DF-66A9-44A7-8C2C-7E8FE9AF29A5}" destId="{943E28E5-4175-415C-9675-799DF197B28B}" srcOrd="7" destOrd="0" presId="urn:microsoft.com/office/officeart/2005/8/layout/default"/>
    <dgm:cxn modelId="{A066D56D-E3EB-457B-B766-863D5FBC373B}" type="presParOf" srcId="{DB5A00DF-66A9-44A7-8C2C-7E8FE9AF29A5}" destId="{A8684FA4-C1C7-4C15-8B8A-F3689635AAF8}" srcOrd="8" destOrd="0" presId="urn:microsoft.com/office/officeart/2005/8/layout/default"/>
    <dgm:cxn modelId="{759AAFF0-E26F-4267-B60E-1D219B8E8868}" type="presParOf" srcId="{DB5A00DF-66A9-44A7-8C2C-7E8FE9AF29A5}" destId="{41380A8E-F0CB-4079-AA09-8F7820D673B2}" srcOrd="9" destOrd="0" presId="urn:microsoft.com/office/officeart/2005/8/layout/default"/>
    <dgm:cxn modelId="{E741A9DF-20B4-4B0A-8C4D-DBDC6BF4D9E8}" type="presParOf" srcId="{DB5A00DF-66A9-44A7-8C2C-7E8FE9AF29A5}" destId="{7B4C7330-83A9-471A-B5DC-A6F797F7F602}" srcOrd="10" destOrd="0" presId="urn:microsoft.com/office/officeart/2005/8/layout/default"/>
    <dgm:cxn modelId="{F9A076AA-666E-49F6-9673-86EC8923F54E}" type="presParOf" srcId="{DB5A00DF-66A9-44A7-8C2C-7E8FE9AF29A5}" destId="{F86896CD-1E68-4EFF-8578-19F428FC5065}" srcOrd="11" destOrd="0" presId="urn:microsoft.com/office/officeart/2005/8/layout/default"/>
    <dgm:cxn modelId="{E2560D13-82E1-42B8-B5D6-0DA4A1F93FC7}" type="presParOf" srcId="{DB5A00DF-66A9-44A7-8C2C-7E8FE9AF29A5}" destId="{DA14A789-33EA-4435-96E1-6186D289CA22}" srcOrd="12" destOrd="0" presId="urn:microsoft.com/office/officeart/2005/8/layout/default"/>
    <dgm:cxn modelId="{F5AC44AF-BC26-4304-A7A0-38898FAC33EB}" type="presParOf" srcId="{DB5A00DF-66A9-44A7-8C2C-7E8FE9AF29A5}" destId="{2A1DF0A8-9310-4050-A2C4-B5BC801BCF00}" srcOrd="13" destOrd="0" presId="urn:microsoft.com/office/officeart/2005/8/layout/default"/>
    <dgm:cxn modelId="{97D0EF87-A204-4D37-9895-D9CD728DE472}" type="presParOf" srcId="{DB5A00DF-66A9-44A7-8C2C-7E8FE9AF29A5}" destId="{7DBE4667-5288-4994-A00D-2C1BD3B25937}" srcOrd="14" destOrd="0" presId="urn:microsoft.com/office/officeart/2005/8/layout/default"/>
    <dgm:cxn modelId="{2A77CFA6-4C9A-41D9-AB28-BCC83BE781FF}" type="presParOf" srcId="{DB5A00DF-66A9-44A7-8C2C-7E8FE9AF29A5}" destId="{9920DAFB-252D-4007-BA40-C56C64C240DE}" srcOrd="15" destOrd="0" presId="urn:microsoft.com/office/officeart/2005/8/layout/default"/>
    <dgm:cxn modelId="{210090BB-BF55-4CCE-ABD5-BA33EE32496C}" type="presParOf" srcId="{DB5A00DF-66A9-44A7-8C2C-7E8FE9AF29A5}" destId="{8E6C753E-1F88-4800-8F6C-8DDB8A248B9A}" srcOrd="16" destOrd="0" presId="urn:microsoft.com/office/officeart/2005/8/layout/default"/>
    <dgm:cxn modelId="{AFDD4B08-0D71-46E4-A248-C965B69B776B}" type="presParOf" srcId="{DB5A00DF-66A9-44A7-8C2C-7E8FE9AF29A5}" destId="{DDFCF32C-0EE1-4880-81AA-6277851A37E5}" srcOrd="17" destOrd="0" presId="urn:microsoft.com/office/officeart/2005/8/layout/default"/>
    <dgm:cxn modelId="{ADB1C3E3-0C57-48E6-B5B4-52E6B7027616}" type="presParOf" srcId="{DB5A00DF-66A9-44A7-8C2C-7E8FE9AF29A5}" destId="{A9FC788A-2F85-4EDF-82C5-295C66AC9CC3}" srcOrd="18" destOrd="0" presId="urn:microsoft.com/office/officeart/2005/8/layout/default"/>
    <dgm:cxn modelId="{E92CBAC5-455E-4259-9B18-FC74F42D1216}" type="presParOf" srcId="{DB5A00DF-66A9-44A7-8C2C-7E8FE9AF29A5}" destId="{0B12E785-AFED-48C5-B2D5-BBB511541726}" srcOrd="19" destOrd="0" presId="urn:microsoft.com/office/officeart/2005/8/layout/default"/>
    <dgm:cxn modelId="{AB46B9FF-2789-4894-822B-3C796F52F8DA}" type="presParOf" srcId="{DB5A00DF-66A9-44A7-8C2C-7E8FE9AF29A5}" destId="{3B867CB2-624C-4CA3-A728-D09FBC24AF4A}" srcOrd="20" destOrd="0" presId="urn:microsoft.com/office/officeart/2005/8/layout/default"/>
    <dgm:cxn modelId="{289003A8-9801-4D84-97BB-B5EBEC931E33}" type="presParOf" srcId="{DB5A00DF-66A9-44A7-8C2C-7E8FE9AF29A5}" destId="{DCACE05B-FC3A-491C-AD77-F5349D98C1E2}" srcOrd="21" destOrd="0" presId="urn:microsoft.com/office/officeart/2005/8/layout/default"/>
    <dgm:cxn modelId="{46CF3DF4-2C78-43F9-A685-F1A19CE432BE}" type="presParOf" srcId="{DB5A00DF-66A9-44A7-8C2C-7E8FE9AF29A5}" destId="{5BBC7A80-75F2-4013-964A-0343D2B1D05E}" srcOrd="22" destOrd="0" presId="urn:microsoft.com/office/officeart/2005/8/layout/default"/>
    <dgm:cxn modelId="{A0CD4C48-DE32-4086-AD63-83E9B04FA18A}" type="presParOf" srcId="{DB5A00DF-66A9-44A7-8C2C-7E8FE9AF29A5}" destId="{CD4FE9DE-4EBE-45F6-8800-DB17EBF99747}" srcOrd="23" destOrd="0" presId="urn:microsoft.com/office/officeart/2005/8/layout/default"/>
    <dgm:cxn modelId="{94BDF435-24D8-4B29-90ED-62630F1832B8}" type="presParOf" srcId="{DB5A00DF-66A9-44A7-8C2C-7E8FE9AF29A5}" destId="{114465BB-10C6-4EC3-ADA9-1DBF67037800}" srcOrd="24" destOrd="0" presId="urn:microsoft.com/office/officeart/2005/8/layout/default"/>
    <dgm:cxn modelId="{7E1262EB-3FF7-4A76-93CF-56653EB36CDF}" type="presParOf" srcId="{DB5A00DF-66A9-44A7-8C2C-7E8FE9AF29A5}" destId="{734C7689-CABC-4339-B904-3D4C05C835F9}" srcOrd="25" destOrd="0" presId="urn:microsoft.com/office/officeart/2005/8/layout/default"/>
    <dgm:cxn modelId="{E7EDD07E-F50E-4355-8E72-1986F3F676E3}" type="presParOf" srcId="{DB5A00DF-66A9-44A7-8C2C-7E8FE9AF29A5}" destId="{AEE677BF-0696-4A0E-BC54-BFC6972EC2F1}" srcOrd="26" destOrd="0" presId="urn:microsoft.com/office/officeart/2005/8/layout/default"/>
    <dgm:cxn modelId="{A64575F1-896F-4F43-A6C6-175EF7633DD3}" type="presParOf" srcId="{DB5A00DF-66A9-44A7-8C2C-7E8FE9AF29A5}" destId="{C1651BA3-9482-4369-A594-9C6ED5528ABE}" srcOrd="27" destOrd="0" presId="urn:microsoft.com/office/officeart/2005/8/layout/default"/>
    <dgm:cxn modelId="{8E37C76A-FF70-44EF-B33E-69BD43FDF501}" type="presParOf" srcId="{DB5A00DF-66A9-44A7-8C2C-7E8FE9AF29A5}" destId="{4DB8CDAA-C16A-4387-9A89-109289E206C7}" srcOrd="28" destOrd="0" presId="urn:microsoft.com/office/officeart/2005/8/layout/default"/>
    <dgm:cxn modelId="{D650C48B-8C15-4BE7-ACEA-AA4E71562501}" type="presParOf" srcId="{DB5A00DF-66A9-44A7-8C2C-7E8FE9AF29A5}" destId="{D6BF7CD6-3BAB-4B64-8BB8-589AF8908AFD}" srcOrd="29" destOrd="0" presId="urn:microsoft.com/office/officeart/2005/8/layout/default"/>
    <dgm:cxn modelId="{107ED6A2-AF8F-4345-9E16-4AE7ED3E4EA2}" type="presParOf" srcId="{DB5A00DF-66A9-44A7-8C2C-7E8FE9AF29A5}" destId="{9B381494-6800-497A-85F5-DD0700F71F34}" srcOrd="30" destOrd="0" presId="urn:microsoft.com/office/officeart/2005/8/layout/default"/>
    <dgm:cxn modelId="{9C8BE68C-2557-4D74-88EA-2361CAADC0BC}" type="presParOf" srcId="{DB5A00DF-66A9-44A7-8C2C-7E8FE9AF29A5}" destId="{65D771CD-1B2F-47F6-A1E3-EA53D81655F2}" srcOrd="31" destOrd="0" presId="urn:microsoft.com/office/officeart/2005/8/layout/default"/>
    <dgm:cxn modelId="{95A48A05-8DE6-4E05-AA2B-AA1DB3885041}" type="presParOf" srcId="{DB5A00DF-66A9-44A7-8C2C-7E8FE9AF29A5}" destId="{F67D25E4-B07F-468A-919C-3EE92CECA1E7}" srcOrd="32" destOrd="0" presId="urn:microsoft.com/office/officeart/2005/8/layout/default"/>
    <dgm:cxn modelId="{C51BA026-5BA5-414B-A7E5-716B16137C74}" type="presParOf" srcId="{DB5A00DF-66A9-44A7-8C2C-7E8FE9AF29A5}" destId="{3B8D4C04-C72F-42E7-9DBE-AE87B6379FFC}" srcOrd="33" destOrd="0" presId="urn:microsoft.com/office/officeart/2005/8/layout/default"/>
    <dgm:cxn modelId="{EF130088-9834-4BA4-B485-C87777E48951}" type="presParOf" srcId="{DB5A00DF-66A9-44A7-8C2C-7E8FE9AF29A5}" destId="{8C167383-1543-463A-AA56-15DDDBA1E543}" srcOrd="3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8C56DFC-CEF9-4714-9330-D991FD8611E0}"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4655A4A1-B04F-42BD-82FC-88E211FE3C83}">
      <dgm:prSet/>
      <dgm:spPr/>
      <dgm:t>
        <a:bodyPr/>
        <a:lstStyle/>
        <a:p>
          <a:r>
            <a:rPr lang="en-US" b="1"/>
            <a:t>Overview</a:t>
          </a:r>
          <a:endParaRPr lang="en-US"/>
        </a:p>
      </dgm:t>
    </dgm:pt>
    <dgm:pt modelId="{8BFFA27D-0037-4BCC-91C0-B9F5D8FD6688}" type="parTrans" cxnId="{FCACE210-4C3A-4E26-A2CD-E2E03922203F}">
      <dgm:prSet/>
      <dgm:spPr/>
      <dgm:t>
        <a:bodyPr/>
        <a:lstStyle/>
        <a:p>
          <a:endParaRPr lang="en-US"/>
        </a:p>
      </dgm:t>
    </dgm:pt>
    <dgm:pt modelId="{CA08C33C-09E7-40FC-8869-6DB43336438B}" type="sibTrans" cxnId="{FCACE210-4C3A-4E26-A2CD-E2E03922203F}">
      <dgm:prSet/>
      <dgm:spPr/>
      <dgm:t>
        <a:bodyPr/>
        <a:lstStyle/>
        <a:p>
          <a:endParaRPr lang="en-US"/>
        </a:p>
      </dgm:t>
    </dgm:pt>
    <dgm:pt modelId="{DC9A32D6-DFF7-42C3-AB03-49EB40F8E39F}">
      <dgm:prSet/>
      <dgm:spPr/>
      <dgm:t>
        <a:bodyPr/>
        <a:lstStyle/>
        <a:p>
          <a:r>
            <a:rPr lang="en-US"/>
            <a:t>EdgeCast-32 follows a simple and efficient architecture where the ESP32 acts as a local server and Wi-Fi access point.</a:t>
          </a:r>
        </a:p>
      </dgm:t>
    </dgm:pt>
    <dgm:pt modelId="{580CF8CC-1EFC-4291-85BD-39F099C4E949}" type="parTrans" cxnId="{575AA41F-FBB1-4FF9-B593-D4FBCECF6E36}">
      <dgm:prSet/>
      <dgm:spPr/>
      <dgm:t>
        <a:bodyPr/>
        <a:lstStyle/>
        <a:p>
          <a:endParaRPr lang="en-US"/>
        </a:p>
      </dgm:t>
    </dgm:pt>
    <dgm:pt modelId="{36E84C76-1590-411E-B9A2-5794C4CC9765}" type="sibTrans" cxnId="{575AA41F-FBB1-4FF9-B593-D4FBCECF6E36}">
      <dgm:prSet/>
      <dgm:spPr/>
      <dgm:t>
        <a:bodyPr/>
        <a:lstStyle/>
        <a:p>
          <a:endParaRPr lang="en-US"/>
        </a:p>
      </dgm:t>
    </dgm:pt>
    <dgm:pt modelId="{DD2BBB03-B174-4C46-9759-DA4B5611735B}">
      <dgm:prSet/>
      <dgm:spPr/>
      <dgm:t>
        <a:bodyPr/>
        <a:lstStyle/>
        <a:p>
          <a:r>
            <a:rPr lang="en-IN" b="1"/>
            <a:t>Components</a:t>
          </a:r>
          <a:endParaRPr lang="en-US"/>
        </a:p>
      </dgm:t>
    </dgm:pt>
    <dgm:pt modelId="{F6BB2C18-FB27-4963-A51F-A9E1307728D5}" type="parTrans" cxnId="{1FB421FA-4B9E-4579-82F3-EE9CA4234CED}">
      <dgm:prSet/>
      <dgm:spPr/>
      <dgm:t>
        <a:bodyPr/>
        <a:lstStyle/>
        <a:p>
          <a:endParaRPr lang="en-US"/>
        </a:p>
      </dgm:t>
    </dgm:pt>
    <dgm:pt modelId="{9D282531-205C-4557-93A6-AB3FF761837E}" type="sibTrans" cxnId="{1FB421FA-4B9E-4579-82F3-EE9CA4234CED}">
      <dgm:prSet/>
      <dgm:spPr/>
      <dgm:t>
        <a:bodyPr/>
        <a:lstStyle/>
        <a:p>
          <a:endParaRPr lang="en-US"/>
        </a:p>
      </dgm:t>
    </dgm:pt>
    <dgm:pt modelId="{E6A372DE-9886-43FD-8042-3ECD5B697AA3}">
      <dgm:prSet/>
      <dgm:spPr/>
      <dgm:t>
        <a:bodyPr/>
        <a:lstStyle/>
        <a:p>
          <a:r>
            <a:rPr lang="en-IN" b="1"/>
            <a:t>ESP32 Microcontroller</a:t>
          </a:r>
          <a:r>
            <a:rPr lang="en-IN"/>
            <a:t> </a:t>
          </a:r>
          <a:endParaRPr lang="en-US"/>
        </a:p>
      </dgm:t>
    </dgm:pt>
    <dgm:pt modelId="{75DE5E46-1CF3-463A-9940-A03113338DBE}" type="parTrans" cxnId="{7F657619-7173-4900-9B11-FFB60A235263}">
      <dgm:prSet/>
      <dgm:spPr/>
      <dgm:t>
        <a:bodyPr/>
        <a:lstStyle/>
        <a:p>
          <a:endParaRPr lang="en-US"/>
        </a:p>
      </dgm:t>
    </dgm:pt>
    <dgm:pt modelId="{E1E9E209-8095-4B46-A12B-FCEA6CFDBFBC}" type="sibTrans" cxnId="{7F657619-7173-4900-9B11-FFB60A235263}">
      <dgm:prSet/>
      <dgm:spPr/>
      <dgm:t>
        <a:bodyPr/>
        <a:lstStyle/>
        <a:p>
          <a:endParaRPr lang="en-US"/>
        </a:p>
      </dgm:t>
    </dgm:pt>
    <dgm:pt modelId="{A42AABF3-5B12-4899-B186-4E4D2118F362}">
      <dgm:prSet/>
      <dgm:spPr/>
      <dgm:t>
        <a:bodyPr/>
        <a:lstStyle/>
        <a:p>
          <a:r>
            <a:rPr lang="en-IN"/>
            <a:t>Core processing unit </a:t>
          </a:r>
          <a:endParaRPr lang="en-US"/>
        </a:p>
      </dgm:t>
    </dgm:pt>
    <dgm:pt modelId="{F78E89D7-78A5-484E-B9DF-A344BEF8DDEB}" type="parTrans" cxnId="{79015776-001A-4E1C-9824-F7F34E241583}">
      <dgm:prSet/>
      <dgm:spPr/>
      <dgm:t>
        <a:bodyPr/>
        <a:lstStyle/>
        <a:p>
          <a:endParaRPr lang="en-US"/>
        </a:p>
      </dgm:t>
    </dgm:pt>
    <dgm:pt modelId="{7C90181B-B82D-42E8-9E10-A0BB939F7D68}" type="sibTrans" cxnId="{79015776-001A-4E1C-9824-F7F34E241583}">
      <dgm:prSet/>
      <dgm:spPr/>
      <dgm:t>
        <a:bodyPr/>
        <a:lstStyle/>
        <a:p>
          <a:endParaRPr lang="en-US"/>
        </a:p>
      </dgm:t>
    </dgm:pt>
    <dgm:pt modelId="{B0197F1F-14DE-498A-B8DD-07E356284263}">
      <dgm:prSet/>
      <dgm:spPr/>
      <dgm:t>
        <a:bodyPr/>
        <a:lstStyle/>
        <a:p>
          <a:r>
            <a:rPr lang="en-IN"/>
            <a:t>Hosts web server </a:t>
          </a:r>
          <a:endParaRPr lang="en-US"/>
        </a:p>
      </dgm:t>
    </dgm:pt>
    <dgm:pt modelId="{BF51A9CE-A4B9-40A2-826C-8B2B3F384647}" type="parTrans" cxnId="{457A0342-C6FC-4B9E-854D-78D2B478A2CC}">
      <dgm:prSet/>
      <dgm:spPr/>
      <dgm:t>
        <a:bodyPr/>
        <a:lstStyle/>
        <a:p>
          <a:endParaRPr lang="en-US"/>
        </a:p>
      </dgm:t>
    </dgm:pt>
    <dgm:pt modelId="{AD923790-484B-430F-B51F-637935396789}" type="sibTrans" cxnId="{457A0342-C6FC-4B9E-854D-78D2B478A2CC}">
      <dgm:prSet/>
      <dgm:spPr/>
      <dgm:t>
        <a:bodyPr/>
        <a:lstStyle/>
        <a:p>
          <a:endParaRPr lang="en-US"/>
        </a:p>
      </dgm:t>
    </dgm:pt>
    <dgm:pt modelId="{4CE5F017-E267-4E0F-988D-0F9E1A2B3502}">
      <dgm:prSet/>
      <dgm:spPr/>
      <dgm:t>
        <a:bodyPr/>
        <a:lstStyle/>
        <a:p>
          <a:r>
            <a:rPr lang="en-IN"/>
            <a:t>Creates Wi-Fi hotspot </a:t>
          </a:r>
          <a:endParaRPr lang="en-US"/>
        </a:p>
      </dgm:t>
    </dgm:pt>
    <dgm:pt modelId="{C0119706-8867-427C-AB4F-7AC3A3F12E2A}" type="parTrans" cxnId="{1719A1E1-BF2C-44EA-8742-5C494662D578}">
      <dgm:prSet/>
      <dgm:spPr/>
      <dgm:t>
        <a:bodyPr/>
        <a:lstStyle/>
        <a:p>
          <a:endParaRPr lang="en-US"/>
        </a:p>
      </dgm:t>
    </dgm:pt>
    <dgm:pt modelId="{5CC24463-29EB-465F-9937-47664ED8B84B}" type="sibTrans" cxnId="{1719A1E1-BF2C-44EA-8742-5C494662D578}">
      <dgm:prSet/>
      <dgm:spPr/>
      <dgm:t>
        <a:bodyPr/>
        <a:lstStyle/>
        <a:p>
          <a:endParaRPr lang="en-US"/>
        </a:p>
      </dgm:t>
    </dgm:pt>
    <dgm:pt modelId="{14A80DD7-0F11-4EDA-97CF-54E00D8F33E6}">
      <dgm:prSet/>
      <dgm:spPr/>
      <dgm:t>
        <a:bodyPr/>
        <a:lstStyle/>
        <a:p>
          <a:r>
            <a:rPr lang="en-IN" b="1"/>
            <a:t>SD Card Module</a:t>
          </a:r>
          <a:r>
            <a:rPr lang="en-IN"/>
            <a:t> </a:t>
          </a:r>
          <a:endParaRPr lang="en-US"/>
        </a:p>
      </dgm:t>
    </dgm:pt>
    <dgm:pt modelId="{5F22B216-AF34-46B3-B7F5-3506674EDEB5}" type="parTrans" cxnId="{3EC898B2-CEA4-4F12-B239-5EE58260C75F}">
      <dgm:prSet/>
      <dgm:spPr/>
      <dgm:t>
        <a:bodyPr/>
        <a:lstStyle/>
        <a:p>
          <a:endParaRPr lang="en-US"/>
        </a:p>
      </dgm:t>
    </dgm:pt>
    <dgm:pt modelId="{5BACD992-CC21-43DE-93E2-FE729664E201}" type="sibTrans" cxnId="{3EC898B2-CEA4-4F12-B239-5EE58260C75F}">
      <dgm:prSet/>
      <dgm:spPr/>
      <dgm:t>
        <a:bodyPr/>
        <a:lstStyle/>
        <a:p>
          <a:endParaRPr lang="en-US"/>
        </a:p>
      </dgm:t>
    </dgm:pt>
    <dgm:pt modelId="{6022EDF0-62B0-4950-8BFA-651D0FB38CC0}">
      <dgm:prSet/>
      <dgm:spPr/>
      <dgm:t>
        <a:bodyPr/>
        <a:lstStyle/>
        <a:p>
          <a:r>
            <a:rPr lang="en-IN"/>
            <a:t>Stores videos and learning materials </a:t>
          </a:r>
          <a:endParaRPr lang="en-US"/>
        </a:p>
      </dgm:t>
    </dgm:pt>
    <dgm:pt modelId="{CCDAE093-65DA-4503-A58F-98EAC6E99171}" type="parTrans" cxnId="{F0E4B95E-6676-4EE2-BCC7-95D7F3F23191}">
      <dgm:prSet/>
      <dgm:spPr/>
      <dgm:t>
        <a:bodyPr/>
        <a:lstStyle/>
        <a:p>
          <a:endParaRPr lang="en-US"/>
        </a:p>
      </dgm:t>
    </dgm:pt>
    <dgm:pt modelId="{C7DBFBED-6766-4911-86F1-38570E6CEA7E}" type="sibTrans" cxnId="{F0E4B95E-6676-4EE2-BCC7-95D7F3F23191}">
      <dgm:prSet/>
      <dgm:spPr/>
      <dgm:t>
        <a:bodyPr/>
        <a:lstStyle/>
        <a:p>
          <a:endParaRPr lang="en-US"/>
        </a:p>
      </dgm:t>
    </dgm:pt>
    <dgm:pt modelId="{9ED5B823-7D40-4CE5-89AA-3A070BD6CA00}">
      <dgm:prSet/>
      <dgm:spPr/>
      <dgm:t>
        <a:bodyPr/>
        <a:lstStyle/>
        <a:p>
          <a:r>
            <a:rPr lang="en-IN"/>
            <a:t>Acts as content repository </a:t>
          </a:r>
          <a:endParaRPr lang="en-US"/>
        </a:p>
      </dgm:t>
    </dgm:pt>
    <dgm:pt modelId="{03DD2F8E-5E6D-4F68-A7F8-7A93F4F0E79A}" type="parTrans" cxnId="{27D52611-855D-4744-B03B-17B01FA3A2CA}">
      <dgm:prSet/>
      <dgm:spPr/>
      <dgm:t>
        <a:bodyPr/>
        <a:lstStyle/>
        <a:p>
          <a:endParaRPr lang="en-US"/>
        </a:p>
      </dgm:t>
    </dgm:pt>
    <dgm:pt modelId="{21709ECF-8622-4219-8BA4-91A84B7A12AB}" type="sibTrans" cxnId="{27D52611-855D-4744-B03B-17B01FA3A2CA}">
      <dgm:prSet/>
      <dgm:spPr/>
      <dgm:t>
        <a:bodyPr/>
        <a:lstStyle/>
        <a:p>
          <a:endParaRPr lang="en-US"/>
        </a:p>
      </dgm:t>
    </dgm:pt>
    <dgm:pt modelId="{7B2E73CD-0E21-4272-B89A-B86F05C40F60}">
      <dgm:prSet/>
      <dgm:spPr/>
      <dgm:t>
        <a:bodyPr/>
        <a:lstStyle/>
        <a:p>
          <a:r>
            <a:rPr lang="en-IN" b="1"/>
            <a:t>Wi-Fi Access Point</a:t>
          </a:r>
          <a:r>
            <a:rPr lang="en-IN"/>
            <a:t> </a:t>
          </a:r>
          <a:endParaRPr lang="en-US"/>
        </a:p>
      </dgm:t>
    </dgm:pt>
    <dgm:pt modelId="{93772570-0F50-41E6-AEB5-6FC08D4DD5CE}" type="parTrans" cxnId="{82E312CF-0F1E-46C4-AAFC-E5C9DF710E09}">
      <dgm:prSet/>
      <dgm:spPr/>
      <dgm:t>
        <a:bodyPr/>
        <a:lstStyle/>
        <a:p>
          <a:endParaRPr lang="en-US"/>
        </a:p>
      </dgm:t>
    </dgm:pt>
    <dgm:pt modelId="{B81B67DC-D9A1-49C9-938D-8F076854C5DE}" type="sibTrans" cxnId="{82E312CF-0F1E-46C4-AAFC-E5C9DF710E09}">
      <dgm:prSet/>
      <dgm:spPr/>
      <dgm:t>
        <a:bodyPr/>
        <a:lstStyle/>
        <a:p>
          <a:endParaRPr lang="en-US"/>
        </a:p>
      </dgm:t>
    </dgm:pt>
    <dgm:pt modelId="{A3C8F5F6-A00E-41AE-81AD-E1760CD1EFDD}">
      <dgm:prSet/>
      <dgm:spPr/>
      <dgm:t>
        <a:bodyPr/>
        <a:lstStyle/>
        <a:p>
          <a:r>
            <a:rPr lang="en-IN"/>
            <a:t>ESP32 broadcasts local network </a:t>
          </a:r>
          <a:endParaRPr lang="en-US"/>
        </a:p>
      </dgm:t>
    </dgm:pt>
    <dgm:pt modelId="{B5CA809B-F74F-4862-AA62-0313114AB797}" type="parTrans" cxnId="{8EDA9E7B-C4FC-49B4-A7F0-1C93F1EF168F}">
      <dgm:prSet/>
      <dgm:spPr/>
      <dgm:t>
        <a:bodyPr/>
        <a:lstStyle/>
        <a:p>
          <a:endParaRPr lang="en-US"/>
        </a:p>
      </dgm:t>
    </dgm:pt>
    <dgm:pt modelId="{244B3B16-B59D-4ABB-9CC0-062A52E0FF92}" type="sibTrans" cxnId="{8EDA9E7B-C4FC-49B4-A7F0-1C93F1EF168F}">
      <dgm:prSet/>
      <dgm:spPr/>
      <dgm:t>
        <a:bodyPr/>
        <a:lstStyle/>
        <a:p>
          <a:endParaRPr lang="en-US"/>
        </a:p>
      </dgm:t>
    </dgm:pt>
    <dgm:pt modelId="{4D3ECCF9-EB59-4128-976F-51D0F141C9D4}">
      <dgm:prSet/>
      <dgm:spPr/>
      <dgm:t>
        <a:bodyPr/>
        <a:lstStyle/>
        <a:p>
          <a:r>
            <a:rPr lang="en-IN"/>
            <a:t>Users connect via mobile/laptop </a:t>
          </a:r>
          <a:endParaRPr lang="en-US"/>
        </a:p>
      </dgm:t>
    </dgm:pt>
    <dgm:pt modelId="{BFF3247E-1C04-4FBC-8349-678C1E52C48D}" type="parTrans" cxnId="{A8736601-ABA9-4835-B2F6-42893C473DD0}">
      <dgm:prSet/>
      <dgm:spPr/>
      <dgm:t>
        <a:bodyPr/>
        <a:lstStyle/>
        <a:p>
          <a:endParaRPr lang="en-US"/>
        </a:p>
      </dgm:t>
    </dgm:pt>
    <dgm:pt modelId="{AA5E26DB-1B7F-4E99-A596-9B771913D7CD}" type="sibTrans" cxnId="{A8736601-ABA9-4835-B2F6-42893C473DD0}">
      <dgm:prSet/>
      <dgm:spPr/>
      <dgm:t>
        <a:bodyPr/>
        <a:lstStyle/>
        <a:p>
          <a:endParaRPr lang="en-US"/>
        </a:p>
      </dgm:t>
    </dgm:pt>
    <dgm:pt modelId="{32415EE9-6AB5-4425-80C4-BB9279D1F3DF}">
      <dgm:prSet/>
      <dgm:spPr/>
      <dgm:t>
        <a:bodyPr/>
        <a:lstStyle/>
        <a:p>
          <a:r>
            <a:rPr lang="en-IN" b="1"/>
            <a:t>Client Devices</a:t>
          </a:r>
          <a:r>
            <a:rPr lang="en-IN"/>
            <a:t> </a:t>
          </a:r>
          <a:endParaRPr lang="en-US"/>
        </a:p>
      </dgm:t>
    </dgm:pt>
    <dgm:pt modelId="{BA34F677-AF67-4FA5-B60F-DDEFBC5A70A7}" type="parTrans" cxnId="{B91B648B-640C-4B26-A32B-4A8ABE99000F}">
      <dgm:prSet/>
      <dgm:spPr/>
      <dgm:t>
        <a:bodyPr/>
        <a:lstStyle/>
        <a:p>
          <a:endParaRPr lang="en-US"/>
        </a:p>
      </dgm:t>
    </dgm:pt>
    <dgm:pt modelId="{F6DA256A-CE6A-4230-A5CD-9677E230F343}" type="sibTrans" cxnId="{B91B648B-640C-4B26-A32B-4A8ABE99000F}">
      <dgm:prSet/>
      <dgm:spPr/>
      <dgm:t>
        <a:bodyPr/>
        <a:lstStyle/>
        <a:p>
          <a:endParaRPr lang="en-US"/>
        </a:p>
      </dgm:t>
    </dgm:pt>
    <dgm:pt modelId="{E4871340-6CF1-4687-B3CD-D6627CB837DF}">
      <dgm:prSet/>
      <dgm:spPr/>
      <dgm:t>
        <a:bodyPr/>
        <a:lstStyle/>
        <a:p>
          <a:r>
            <a:rPr lang="en-IN"/>
            <a:t>Smartphones, tablets, laptops </a:t>
          </a:r>
          <a:endParaRPr lang="en-US"/>
        </a:p>
      </dgm:t>
    </dgm:pt>
    <dgm:pt modelId="{81E3526A-BA78-400C-97B9-9A982C5F175E}" type="parTrans" cxnId="{33101B8C-7AB2-47ED-8B7F-A1541115AD62}">
      <dgm:prSet/>
      <dgm:spPr/>
      <dgm:t>
        <a:bodyPr/>
        <a:lstStyle/>
        <a:p>
          <a:endParaRPr lang="en-US"/>
        </a:p>
      </dgm:t>
    </dgm:pt>
    <dgm:pt modelId="{895FE1F5-E825-4A79-845E-CEB346F3705E}" type="sibTrans" cxnId="{33101B8C-7AB2-47ED-8B7F-A1541115AD62}">
      <dgm:prSet/>
      <dgm:spPr/>
      <dgm:t>
        <a:bodyPr/>
        <a:lstStyle/>
        <a:p>
          <a:endParaRPr lang="en-US"/>
        </a:p>
      </dgm:t>
    </dgm:pt>
    <dgm:pt modelId="{B79F7522-DC03-4B9B-877D-F0C4D95522EA}">
      <dgm:prSet/>
      <dgm:spPr/>
      <dgm:t>
        <a:bodyPr/>
        <a:lstStyle/>
        <a:p>
          <a:r>
            <a:rPr lang="en-IN"/>
            <a:t>Access content through browser</a:t>
          </a:r>
          <a:endParaRPr lang="en-US"/>
        </a:p>
      </dgm:t>
    </dgm:pt>
    <dgm:pt modelId="{2795E861-9F03-425F-89CC-10098BD7641D}" type="parTrans" cxnId="{44BF2BA1-5702-4C4E-A6A7-74D08C53428A}">
      <dgm:prSet/>
      <dgm:spPr/>
      <dgm:t>
        <a:bodyPr/>
        <a:lstStyle/>
        <a:p>
          <a:endParaRPr lang="en-US"/>
        </a:p>
      </dgm:t>
    </dgm:pt>
    <dgm:pt modelId="{9CAA5E6A-F5D1-4FD7-8C3A-294A277368BD}" type="sibTrans" cxnId="{44BF2BA1-5702-4C4E-A6A7-74D08C53428A}">
      <dgm:prSet/>
      <dgm:spPr/>
      <dgm:t>
        <a:bodyPr/>
        <a:lstStyle/>
        <a:p>
          <a:endParaRPr lang="en-US"/>
        </a:p>
      </dgm:t>
    </dgm:pt>
    <dgm:pt modelId="{8703A696-A600-4B8D-8045-7939EAC99D46}" type="pres">
      <dgm:prSet presAssocID="{D8C56DFC-CEF9-4714-9330-D991FD8611E0}" presName="linear" presStyleCnt="0">
        <dgm:presLayoutVars>
          <dgm:animLvl val="lvl"/>
          <dgm:resizeHandles val="exact"/>
        </dgm:presLayoutVars>
      </dgm:prSet>
      <dgm:spPr/>
    </dgm:pt>
    <dgm:pt modelId="{91381D89-753C-4BCF-A321-D69AB05C50A5}" type="pres">
      <dgm:prSet presAssocID="{4655A4A1-B04F-42BD-82FC-88E211FE3C83}" presName="parentText" presStyleLbl="node1" presStyleIdx="0" presStyleCnt="7">
        <dgm:presLayoutVars>
          <dgm:chMax val="0"/>
          <dgm:bulletEnabled val="1"/>
        </dgm:presLayoutVars>
      </dgm:prSet>
      <dgm:spPr/>
    </dgm:pt>
    <dgm:pt modelId="{44C606F0-955F-4129-A1DA-020A7DF76480}" type="pres">
      <dgm:prSet presAssocID="{CA08C33C-09E7-40FC-8869-6DB43336438B}" presName="spacer" presStyleCnt="0"/>
      <dgm:spPr/>
    </dgm:pt>
    <dgm:pt modelId="{86779049-8FD9-45A6-A992-E60C11E21846}" type="pres">
      <dgm:prSet presAssocID="{DC9A32D6-DFF7-42C3-AB03-49EB40F8E39F}" presName="parentText" presStyleLbl="node1" presStyleIdx="1" presStyleCnt="7">
        <dgm:presLayoutVars>
          <dgm:chMax val="0"/>
          <dgm:bulletEnabled val="1"/>
        </dgm:presLayoutVars>
      </dgm:prSet>
      <dgm:spPr/>
    </dgm:pt>
    <dgm:pt modelId="{A85CB8C1-983A-469E-B9C7-5347085D382C}" type="pres">
      <dgm:prSet presAssocID="{36E84C76-1590-411E-B9A2-5794C4CC9765}" presName="spacer" presStyleCnt="0"/>
      <dgm:spPr/>
    </dgm:pt>
    <dgm:pt modelId="{2DDDF383-87D5-439F-A9AB-03FB50073488}" type="pres">
      <dgm:prSet presAssocID="{DD2BBB03-B174-4C46-9759-DA4B5611735B}" presName="parentText" presStyleLbl="node1" presStyleIdx="2" presStyleCnt="7">
        <dgm:presLayoutVars>
          <dgm:chMax val="0"/>
          <dgm:bulletEnabled val="1"/>
        </dgm:presLayoutVars>
      </dgm:prSet>
      <dgm:spPr/>
    </dgm:pt>
    <dgm:pt modelId="{6D3D0BA9-C303-4144-8D3F-278CD13E79A4}" type="pres">
      <dgm:prSet presAssocID="{9D282531-205C-4557-93A6-AB3FF761837E}" presName="spacer" presStyleCnt="0"/>
      <dgm:spPr/>
    </dgm:pt>
    <dgm:pt modelId="{B0121262-8F64-477D-AE8A-F41812253C19}" type="pres">
      <dgm:prSet presAssocID="{E6A372DE-9886-43FD-8042-3ECD5B697AA3}" presName="parentText" presStyleLbl="node1" presStyleIdx="3" presStyleCnt="7">
        <dgm:presLayoutVars>
          <dgm:chMax val="0"/>
          <dgm:bulletEnabled val="1"/>
        </dgm:presLayoutVars>
      </dgm:prSet>
      <dgm:spPr/>
    </dgm:pt>
    <dgm:pt modelId="{0C58F28B-8908-4577-891E-A05EEFE9BEEF}" type="pres">
      <dgm:prSet presAssocID="{E6A372DE-9886-43FD-8042-3ECD5B697AA3}" presName="childText" presStyleLbl="revTx" presStyleIdx="0" presStyleCnt="4">
        <dgm:presLayoutVars>
          <dgm:bulletEnabled val="1"/>
        </dgm:presLayoutVars>
      </dgm:prSet>
      <dgm:spPr/>
    </dgm:pt>
    <dgm:pt modelId="{338D220B-C4C9-4486-972A-C30998E937DE}" type="pres">
      <dgm:prSet presAssocID="{14A80DD7-0F11-4EDA-97CF-54E00D8F33E6}" presName="parentText" presStyleLbl="node1" presStyleIdx="4" presStyleCnt="7">
        <dgm:presLayoutVars>
          <dgm:chMax val="0"/>
          <dgm:bulletEnabled val="1"/>
        </dgm:presLayoutVars>
      </dgm:prSet>
      <dgm:spPr/>
    </dgm:pt>
    <dgm:pt modelId="{C7ED5C12-277F-45E2-A7FC-3B5FFF62E9FD}" type="pres">
      <dgm:prSet presAssocID="{14A80DD7-0F11-4EDA-97CF-54E00D8F33E6}" presName="childText" presStyleLbl="revTx" presStyleIdx="1" presStyleCnt="4">
        <dgm:presLayoutVars>
          <dgm:bulletEnabled val="1"/>
        </dgm:presLayoutVars>
      </dgm:prSet>
      <dgm:spPr/>
    </dgm:pt>
    <dgm:pt modelId="{E6608AC8-D47B-4EF3-B47E-E5B5B97D1F71}" type="pres">
      <dgm:prSet presAssocID="{7B2E73CD-0E21-4272-B89A-B86F05C40F60}" presName="parentText" presStyleLbl="node1" presStyleIdx="5" presStyleCnt="7">
        <dgm:presLayoutVars>
          <dgm:chMax val="0"/>
          <dgm:bulletEnabled val="1"/>
        </dgm:presLayoutVars>
      </dgm:prSet>
      <dgm:spPr/>
    </dgm:pt>
    <dgm:pt modelId="{437105D7-EEAE-47C9-B94F-883A645ECBAF}" type="pres">
      <dgm:prSet presAssocID="{7B2E73CD-0E21-4272-B89A-B86F05C40F60}" presName="childText" presStyleLbl="revTx" presStyleIdx="2" presStyleCnt="4">
        <dgm:presLayoutVars>
          <dgm:bulletEnabled val="1"/>
        </dgm:presLayoutVars>
      </dgm:prSet>
      <dgm:spPr/>
    </dgm:pt>
    <dgm:pt modelId="{F540D34E-6766-44A8-A518-285B22E0863F}" type="pres">
      <dgm:prSet presAssocID="{32415EE9-6AB5-4425-80C4-BB9279D1F3DF}" presName="parentText" presStyleLbl="node1" presStyleIdx="6" presStyleCnt="7">
        <dgm:presLayoutVars>
          <dgm:chMax val="0"/>
          <dgm:bulletEnabled val="1"/>
        </dgm:presLayoutVars>
      </dgm:prSet>
      <dgm:spPr/>
    </dgm:pt>
    <dgm:pt modelId="{377DA4E0-B23C-402A-A55F-7931F19E9472}" type="pres">
      <dgm:prSet presAssocID="{32415EE9-6AB5-4425-80C4-BB9279D1F3DF}" presName="childText" presStyleLbl="revTx" presStyleIdx="3" presStyleCnt="4">
        <dgm:presLayoutVars>
          <dgm:bulletEnabled val="1"/>
        </dgm:presLayoutVars>
      </dgm:prSet>
      <dgm:spPr/>
    </dgm:pt>
  </dgm:ptLst>
  <dgm:cxnLst>
    <dgm:cxn modelId="{A8736601-ABA9-4835-B2F6-42893C473DD0}" srcId="{7B2E73CD-0E21-4272-B89A-B86F05C40F60}" destId="{4D3ECCF9-EB59-4128-976F-51D0F141C9D4}" srcOrd="1" destOrd="0" parTransId="{BFF3247E-1C04-4FBC-8349-678C1E52C48D}" sibTransId="{AA5E26DB-1B7F-4E99-A596-9B771913D7CD}"/>
    <dgm:cxn modelId="{9B849F0C-F268-4012-9E8F-27AD333F3DE7}" type="presOf" srcId="{32415EE9-6AB5-4425-80C4-BB9279D1F3DF}" destId="{F540D34E-6766-44A8-A518-285B22E0863F}" srcOrd="0" destOrd="0" presId="urn:microsoft.com/office/officeart/2005/8/layout/vList2"/>
    <dgm:cxn modelId="{FCACE210-4C3A-4E26-A2CD-E2E03922203F}" srcId="{D8C56DFC-CEF9-4714-9330-D991FD8611E0}" destId="{4655A4A1-B04F-42BD-82FC-88E211FE3C83}" srcOrd="0" destOrd="0" parTransId="{8BFFA27D-0037-4BCC-91C0-B9F5D8FD6688}" sibTransId="{CA08C33C-09E7-40FC-8869-6DB43336438B}"/>
    <dgm:cxn modelId="{27D52611-855D-4744-B03B-17B01FA3A2CA}" srcId="{14A80DD7-0F11-4EDA-97CF-54E00D8F33E6}" destId="{9ED5B823-7D40-4CE5-89AA-3A070BD6CA00}" srcOrd="1" destOrd="0" parTransId="{03DD2F8E-5E6D-4F68-A7F8-7A93F4F0E79A}" sibTransId="{21709ECF-8622-4219-8BA4-91A84B7A12AB}"/>
    <dgm:cxn modelId="{9C76EC13-B6F8-4566-8D96-A0429139FD3E}" type="presOf" srcId="{A3C8F5F6-A00E-41AE-81AD-E1760CD1EFDD}" destId="{437105D7-EEAE-47C9-B94F-883A645ECBAF}" srcOrd="0" destOrd="0" presId="urn:microsoft.com/office/officeart/2005/8/layout/vList2"/>
    <dgm:cxn modelId="{7F657619-7173-4900-9B11-FFB60A235263}" srcId="{D8C56DFC-CEF9-4714-9330-D991FD8611E0}" destId="{E6A372DE-9886-43FD-8042-3ECD5B697AA3}" srcOrd="3" destOrd="0" parTransId="{75DE5E46-1CF3-463A-9940-A03113338DBE}" sibTransId="{E1E9E209-8095-4B46-A12B-FCEA6CFDBFBC}"/>
    <dgm:cxn modelId="{6996311B-F716-4A51-923C-75B9F47CE654}" type="presOf" srcId="{B0197F1F-14DE-498A-B8DD-07E356284263}" destId="{0C58F28B-8908-4577-891E-A05EEFE9BEEF}" srcOrd="0" destOrd="1" presId="urn:microsoft.com/office/officeart/2005/8/layout/vList2"/>
    <dgm:cxn modelId="{B06C7B1D-E855-4763-AFDC-CF2671F57588}" type="presOf" srcId="{DD2BBB03-B174-4C46-9759-DA4B5611735B}" destId="{2DDDF383-87D5-439F-A9AB-03FB50073488}" srcOrd="0" destOrd="0" presId="urn:microsoft.com/office/officeart/2005/8/layout/vList2"/>
    <dgm:cxn modelId="{575AA41F-FBB1-4FF9-B593-D4FBCECF6E36}" srcId="{D8C56DFC-CEF9-4714-9330-D991FD8611E0}" destId="{DC9A32D6-DFF7-42C3-AB03-49EB40F8E39F}" srcOrd="1" destOrd="0" parTransId="{580CF8CC-1EFC-4291-85BD-39F099C4E949}" sibTransId="{36E84C76-1590-411E-B9A2-5794C4CC9765}"/>
    <dgm:cxn modelId="{E6E54A29-1B52-46F6-9A2D-633C4FE0C66F}" type="presOf" srcId="{B79F7522-DC03-4B9B-877D-F0C4D95522EA}" destId="{377DA4E0-B23C-402A-A55F-7931F19E9472}" srcOrd="0" destOrd="1" presId="urn:microsoft.com/office/officeart/2005/8/layout/vList2"/>
    <dgm:cxn modelId="{F0E4B95E-6676-4EE2-BCC7-95D7F3F23191}" srcId="{14A80DD7-0F11-4EDA-97CF-54E00D8F33E6}" destId="{6022EDF0-62B0-4950-8BFA-651D0FB38CC0}" srcOrd="0" destOrd="0" parTransId="{CCDAE093-65DA-4503-A58F-98EAC6E99171}" sibTransId="{C7DBFBED-6766-4911-86F1-38570E6CEA7E}"/>
    <dgm:cxn modelId="{457A0342-C6FC-4B9E-854D-78D2B478A2CC}" srcId="{E6A372DE-9886-43FD-8042-3ECD5B697AA3}" destId="{B0197F1F-14DE-498A-B8DD-07E356284263}" srcOrd="1" destOrd="0" parTransId="{BF51A9CE-A4B9-40A2-826C-8B2B3F384647}" sibTransId="{AD923790-484B-430F-B51F-637935396789}"/>
    <dgm:cxn modelId="{2C4C7562-5A82-43BB-A869-F801ADF404B3}" type="presOf" srcId="{E6A372DE-9886-43FD-8042-3ECD5B697AA3}" destId="{B0121262-8F64-477D-AE8A-F41812253C19}" srcOrd="0" destOrd="0" presId="urn:microsoft.com/office/officeart/2005/8/layout/vList2"/>
    <dgm:cxn modelId="{4F180D44-690E-4FE8-9771-DA036728260E}" type="presOf" srcId="{DC9A32D6-DFF7-42C3-AB03-49EB40F8E39F}" destId="{86779049-8FD9-45A6-A992-E60C11E21846}" srcOrd="0" destOrd="0" presId="urn:microsoft.com/office/officeart/2005/8/layout/vList2"/>
    <dgm:cxn modelId="{FD1EEB71-BE56-4017-8A1B-0533474E718D}" type="presOf" srcId="{A42AABF3-5B12-4899-B186-4E4D2118F362}" destId="{0C58F28B-8908-4577-891E-A05EEFE9BEEF}" srcOrd="0" destOrd="0" presId="urn:microsoft.com/office/officeart/2005/8/layout/vList2"/>
    <dgm:cxn modelId="{79015776-001A-4E1C-9824-F7F34E241583}" srcId="{E6A372DE-9886-43FD-8042-3ECD5B697AA3}" destId="{A42AABF3-5B12-4899-B186-4E4D2118F362}" srcOrd="0" destOrd="0" parTransId="{F78E89D7-78A5-484E-B9DF-A344BEF8DDEB}" sibTransId="{7C90181B-B82D-42E8-9E10-A0BB939F7D68}"/>
    <dgm:cxn modelId="{8EDA9E7B-C4FC-49B4-A7F0-1C93F1EF168F}" srcId="{7B2E73CD-0E21-4272-B89A-B86F05C40F60}" destId="{A3C8F5F6-A00E-41AE-81AD-E1760CD1EFDD}" srcOrd="0" destOrd="0" parTransId="{B5CA809B-F74F-4862-AA62-0313114AB797}" sibTransId="{244B3B16-B59D-4ABB-9CC0-062A52E0FF92}"/>
    <dgm:cxn modelId="{C0F91586-DABB-4266-9463-63A0263D855E}" type="presOf" srcId="{E4871340-6CF1-4687-B3CD-D6627CB837DF}" destId="{377DA4E0-B23C-402A-A55F-7931F19E9472}" srcOrd="0" destOrd="0" presId="urn:microsoft.com/office/officeart/2005/8/layout/vList2"/>
    <dgm:cxn modelId="{ED525488-FD05-40A8-BB26-013654818284}" type="presOf" srcId="{D8C56DFC-CEF9-4714-9330-D991FD8611E0}" destId="{8703A696-A600-4B8D-8045-7939EAC99D46}" srcOrd="0" destOrd="0" presId="urn:microsoft.com/office/officeart/2005/8/layout/vList2"/>
    <dgm:cxn modelId="{B91B648B-640C-4B26-A32B-4A8ABE99000F}" srcId="{D8C56DFC-CEF9-4714-9330-D991FD8611E0}" destId="{32415EE9-6AB5-4425-80C4-BB9279D1F3DF}" srcOrd="6" destOrd="0" parTransId="{BA34F677-AF67-4FA5-B60F-DDEFBC5A70A7}" sibTransId="{F6DA256A-CE6A-4230-A5CD-9677E230F343}"/>
    <dgm:cxn modelId="{33101B8C-7AB2-47ED-8B7F-A1541115AD62}" srcId="{32415EE9-6AB5-4425-80C4-BB9279D1F3DF}" destId="{E4871340-6CF1-4687-B3CD-D6627CB837DF}" srcOrd="0" destOrd="0" parTransId="{81E3526A-BA78-400C-97B9-9A982C5F175E}" sibTransId="{895FE1F5-E825-4A79-845E-CEB346F3705E}"/>
    <dgm:cxn modelId="{82F01C95-2942-4B2E-BBDE-B2ABCDCB3AF7}" type="presOf" srcId="{9ED5B823-7D40-4CE5-89AA-3A070BD6CA00}" destId="{C7ED5C12-277F-45E2-A7FC-3B5FFF62E9FD}" srcOrd="0" destOrd="1" presId="urn:microsoft.com/office/officeart/2005/8/layout/vList2"/>
    <dgm:cxn modelId="{8B9BB199-F231-403A-AE73-B85670623875}" type="presOf" srcId="{7B2E73CD-0E21-4272-B89A-B86F05C40F60}" destId="{E6608AC8-D47B-4EF3-B47E-E5B5B97D1F71}" srcOrd="0" destOrd="0" presId="urn:microsoft.com/office/officeart/2005/8/layout/vList2"/>
    <dgm:cxn modelId="{733BE999-F6EC-4808-9C1F-E303166B0A8E}" type="presOf" srcId="{4CE5F017-E267-4E0F-988D-0F9E1A2B3502}" destId="{0C58F28B-8908-4577-891E-A05EEFE9BEEF}" srcOrd="0" destOrd="2" presId="urn:microsoft.com/office/officeart/2005/8/layout/vList2"/>
    <dgm:cxn modelId="{44BF2BA1-5702-4C4E-A6A7-74D08C53428A}" srcId="{32415EE9-6AB5-4425-80C4-BB9279D1F3DF}" destId="{B79F7522-DC03-4B9B-877D-F0C4D95522EA}" srcOrd="1" destOrd="0" parTransId="{2795E861-9F03-425F-89CC-10098BD7641D}" sibTransId="{9CAA5E6A-F5D1-4FD7-8C3A-294A277368BD}"/>
    <dgm:cxn modelId="{59CFD5A4-62A2-4254-B754-B94C1CF5A379}" type="presOf" srcId="{4D3ECCF9-EB59-4128-976F-51D0F141C9D4}" destId="{437105D7-EEAE-47C9-B94F-883A645ECBAF}" srcOrd="0" destOrd="1" presId="urn:microsoft.com/office/officeart/2005/8/layout/vList2"/>
    <dgm:cxn modelId="{FAC8E6A4-1F26-4167-B804-02DABA62F35D}" type="presOf" srcId="{6022EDF0-62B0-4950-8BFA-651D0FB38CC0}" destId="{C7ED5C12-277F-45E2-A7FC-3B5FFF62E9FD}" srcOrd="0" destOrd="0" presId="urn:microsoft.com/office/officeart/2005/8/layout/vList2"/>
    <dgm:cxn modelId="{3EC898B2-CEA4-4F12-B239-5EE58260C75F}" srcId="{D8C56DFC-CEF9-4714-9330-D991FD8611E0}" destId="{14A80DD7-0F11-4EDA-97CF-54E00D8F33E6}" srcOrd="4" destOrd="0" parTransId="{5F22B216-AF34-46B3-B7F5-3506674EDEB5}" sibTransId="{5BACD992-CC21-43DE-93E2-FE729664E201}"/>
    <dgm:cxn modelId="{3FC8F2B5-AA8E-4E86-B63E-D562667A1F69}" type="presOf" srcId="{14A80DD7-0F11-4EDA-97CF-54E00D8F33E6}" destId="{338D220B-C4C9-4486-972A-C30998E937DE}" srcOrd="0" destOrd="0" presId="urn:microsoft.com/office/officeart/2005/8/layout/vList2"/>
    <dgm:cxn modelId="{1625A1B6-B6A7-46C1-B43E-F65565CF40A5}" type="presOf" srcId="{4655A4A1-B04F-42BD-82FC-88E211FE3C83}" destId="{91381D89-753C-4BCF-A321-D69AB05C50A5}" srcOrd="0" destOrd="0" presId="urn:microsoft.com/office/officeart/2005/8/layout/vList2"/>
    <dgm:cxn modelId="{82E312CF-0F1E-46C4-AAFC-E5C9DF710E09}" srcId="{D8C56DFC-CEF9-4714-9330-D991FD8611E0}" destId="{7B2E73CD-0E21-4272-B89A-B86F05C40F60}" srcOrd="5" destOrd="0" parTransId="{93772570-0F50-41E6-AEB5-6FC08D4DD5CE}" sibTransId="{B81B67DC-D9A1-49C9-938D-8F076854C5DE}"/>
    <dgm:cxn modelId="{1719A1E1-BF2C-44EA-8742-5C494662D578}" srcId="{E6A372DE-9886-43FD-8042-3ECD5B697AA3}" destId="{4CE5F017-E267-4E0F-988D-0F9E1A2B3502}" srcOrd="2" destOrd="0" parTransId="{C0119706-8867-427C-AB4F-7AC3A3F12E2A}" sibTransId="{5CC24463-29EB-465F-9937-47664ED8B84B}"/>
    <dgm:cxn modelId="{1FB421FA-4B9E-4579-82F3-EE9CA4234CED}" srcId="{D8C56DFC-CEF9-4714-9330-D991FD8611E0}" destId="{DD2BBB03-B174-4C46-9759-DA4B5611735B}" srcOrd="2" destOrd="0" parTransId="{F6BB2C18-FB27-4963-A51F-A9E1307728D5}" sibTransId="{9D282531-205C-4557-93A6-AB3FF761837E}"/>
    <dgm:cxn modelId="{CD0BBED5-928B-4624-9A1C-F31DA6420149}" type="presParOf" srcId="{8703A696-A600-4B8D-8045-7939EAC99D46}" destId="{91381D89-753C-4BCF-A321-D69AB05C50A5}" srcOrd="0" destOrd="0" presId="urn:microsoft.com/office/officeart/2005/8/layout/vList2"/>
    <dgm:cxn modelId="{6BBF924A-C62F-4F55-8E71-9D8103BCF225}" type="presParOf" srcId="{8703A696-A600-4B8D-8045-7939EAC99D46}" destId="{44C606F0-955F-4129-A1DA-020A7DF76480}" srcOrd="1" destOrd="0" presId="urn:microsoft.com/office/officeart/2005/8/layout/vList2"/>
    <dgm:cxn modelId="{005B73E7-8448-45E6-B6BE-B84EB32A7FE5}" type="presParOf" srcId="{8703A696-A600-4B8D-8045-7939EAC99D46}" destId="{86779049-8FD9-45A6-A992-E60C11E21846}" srcOrd="2" destOrd="0" presId="urn:microsoft.com/office/officeart/2005/8/layout/vList2"/>
    <dgm:cxn modelId="{8A5396C1-C007-49E8-93D8-9F6C21F00A16}" type="presParOf" srcId="{8703A696-A600-4B8D-8045-7939EAC99D46}" destId="{A85CB8C1-983A-469E-B9C7-5347085D382C}" srcOrd="3" destOrd="0" presId="urn:microsoft.com/office/officeart/2005/8/layout/vList2"/>
    <dgm:cxn modelId="{16FD2CF0-DCFB-4EC1-B295-32DAE76DB0CB}" type="presParOf" srcId="{8703A696-A600-4B8D-8045-7939EAC99D46}" destId="{2DDDF383-87D5-439F-A9AB-03FB50073488}" srcOrd="4" destOrd="0" presId="urn:microsoft.com/office/officeart/2005/8/layout/vList2"/>
    <dgm:cxn modelId="{7FFCFF2F-A83A-432F-B529-676F39C99B2E}" type="presParOf" srcId="{8703A696-A600-4B8D-8045-7939EAC99D46}" destId="{6D3D0BA9-C303-4144-8D3F-278CD13E79A4}" srcOrd="5" destOrd="0" presId="urn:microsoft.com/office/officeart/2005/8/layout/vList2"/>
    <dgm:cxn modelId="{1D8ABAAE-F4B9-4235-BBD3-2A65D370C231}" type="presParOf" srcId="{8703A696-A600-4B8D-8045-7939EAC99D46}" destId="{B0121262-8F64-477D-AE8A-F41812253C19}" srcOrd="6" destOrd="0" presId="urn:microsoft.com/office/officeart/2005/8/layout/vList2"/>
    <dgm:cxn modelId="{1BAEA9D3-08C8-460C-97C3-C7DDB2547387}" type="presParOf" srcId="{8703A696-A600-4B8D-8045-7939EAC99D46}" destId="{0C58F28B-8908-4577-891E-A05EEFE9BEEF}" srcOrd="7" destOrd="0" presId="urn:microsoft.com/office/officeart/2005/8/layout/vList2"/>
    <dgm:cxn modelId="{D1DB6727-5271-401F-80ED-8B5A40948B53}" type="presParOf" srcId="{8703A696-A600-4B8D-8045-7939EAC99D46}" destId="{338D220B-C4C9-4486-972A-C30998E937DE}" srcOrd="8" destOrd="0" presId="urn:microsoft.com/office/officeart/2005/8/layout/vList2"/>
    <dgm:cxn modelId="{83DE9B9A-8883-4480-8BF4-BCF76AC67804}" type="presParOf" srcId="{8703A696-A600-4B8D-8045-7939EAC99D46}" destId="{C7ED5C12-277F-45E2-A7FC-3B5FFF62E9FD}" srcOrd="9" destOrd="0" presId="urn:microsoft.com/office/officeart/2005/8/layout/vList2"/>
    <dgm:cxn modelId="{07CAC46D-B98B-42EA-A6A4-7BDE1BF9667D}" type="presParOf" srcId="{8703A696-A600-4B8D-8045-7939EAC99D46}" destId="{E6608AC8-D47B-4EF3-B47E-E5B5B97D1F71}" srcOrd="10" destOrd="0" presId="urn:microsoft.com/office/officeart/2005/8/layout/vList2"/>
    <dgm:cxn modelId="{A654B200-1044-48AE-854B-A15F377AA93F}" type="presParOf" srcId="{8703A696-A600-4B8D-8045-7939EAC99D46}" destId="{437105D7-EEAE-47C9-B94F-883A645ECBAF}" srcOrd="11" destOrd="0" presId="urn:microsoft.com/office/officeart/2005/8/layout/vList2"/>
    <dgm:cxn modelId="{776EED56-E047-4675-86F4-9E559C931A25}" type="presParOf" srcId="{8703A696-A600-4B8D-8045-7939EAC99D46}" destId="{F540D34E-6766-44A8-A518-285B22E0863F}" srcOrd="12" destOrd="0" presId="urn:microsoft.com/office/officeart/2005/8/layout/vList2"/>
    <dgm:cxn modelId="{CBC8F76F-A98A-4700-A21A-C9F46DC8C77B}" type="presParOf" srcId="{8703A696-A600-4B8D-8045-7939EAC99D46}" destId="{377DA4E0-B23C-402A-A55F-7931F19E9472}" srcOrd="1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F8EEA11-B861-4773-88A3-2447159295E4}" type="doc">
      <dgm:prSet loTypeId="urn:microsoft.com/office/officeart/2018/5/layout/IconLeaf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E7A86EC1-3180-4CA7-AA3B-1C14595A8FD7}">
      <dgm:prSet/>
      <dgm:spPr/>
      <dgm:t>
        <a:bodyPr/>
        <a:lstStyle/>
        <a:p>
          <a:pPr>
            <a:defRPr cap="all"/>
          </a:pPr>
          <a:r>
            <a:rPr lang="en-US" b="0" i="0" baseline="0"/>
            <a:t>Content is uploaded to SD card </a:t>
          </a:r>
          <a:endParaRPr lang="en-US"/>
        </a:p>
      </dgm:t>
    </dgm:pt>
    <dgm:pt modelId="{94815DDA-0306-4632-86DD-D0F3D4F4F46C}" type="parTrans" cxnId="{F8FACB16-9772-458F-998B-BA731B3A1706}">
      <dgm:prSet/>
      <dgm:spPr/>
      <dgm:t>
        <a:bodyPr/>
        <a:lstStyle/>
        <a:p>
          <a:endParaRPr lang="en-US"/>
        </a:p>
      </dgm:t>
    </dgm:pt>
    <dgm:pt modelId="{5D39A204-CF43-4B4D-A17C-45ED7079CBBB}" type="sibTrans" cxnId="{F8FACB16-9772-458F-998B-BA731B3A1706}">
      <dgm:prSet/>
      <dgm:spPr/>
      <dgm:t>
        <a:bodyPr/>
        <a:lstStyle/>
        <a:p>
          <a:endParaRPr lang="en-US"/>
        </a:p>
      </dgm:t>
    </dgm:pt>
    <dgm:pt modelId="{E4AA16F2-69D1-42F7-A380-E482A4AF00F3}">
      <dgm:prSet/>
      <dgm:spPr/>
      <dgm:t>
        <a:bodyPr/>
        <a:lstStyle/>
        <a:p>
          <a:pPr>
            <a:defRPr cap="all"/>
          </a:pPr>
          <a:r>
            <a:rPr lang="en-US" b="0" i="0" baseline="0"/>
            <a:t>ESP32 starts Wi-Fi hotspot </a:t>
          </a:r>
          <a:endParaRPr lang="en-US"/>
        </a:p>
      </dgm:t>
    </dgm:pt>
    <dgm:pt modelId="{3AFC5A5E-21E0-4B86-AD41-922206EFC03F}" type="parTrans" cxnId="{4698D635-F161-435A-9A0B-15A1913580AE}">
      <dgm:prSet/>
      <dgm:spPr/>
      <dgm:t>
        <a:bodyPr/>
        <a:lstStyle/>
        <a:p>
          <a:endParaRPr lang="en-US"/>
        </a:p>
      </dgm:t>
    </dgm:pt>
    <dgm:pt modelId="{A597CC7D-6EC6-4706-9724-4D2ADBD51018}" type="sibTrans" cxnId="{4698D635-F161-435A-9A0B-15A1913580AE}">
      <dgm:prSet/>
      <dgm:spPr/>
      <dgm:t>
        <a:bodyPr/>
        <a:lstStyle/>
        <a:p>
          <a:endParaRPr lang="en-US"/>
        </a:p>
      </dgm:t>
    </dgm:pt>
    <dgm:pt modelId="{BB235AAD-C7B3-4F49-8AF5-3FEC304C4C85}">
      <dgm:prSet/>
      <dgm:spPr/>
      <dgm:t>
        <a:bodyPr/>
        <a:lstStyle/>
        <a:p>
          <a:pPr>
            <a:defRPr cap="all"/>
          </a:pPr>
          <a:r>
            <a:rPr lang="en-US" b="0" i="0" baseline="0"/>
            <a:t>Users connect to the network </a:t>
          </a:r>
          <a:endParaRPr lang="en-US"/>
        </a:p>
      </dgm:t>
    </dgm:pt>
    <dgm:pt modelId="{0501674C-ADCF-4A58-ADE7-2F9C488D0765}" type="parTrans" cxnId="{079E694F-ABE7-43EF-9679-003CACED4156}">
      <dgm:prSet/>
      <dgm:spPr/>
      <dgm:t>
        <a:bodyPr/>
        <a:lstStyle/>
        <a:p>
          <a:endParaRPr lang="en-US"/>
        </a:p>
      </dgm:t>
    </dgm:pt>
    <dgm:pt modelId="{6AE5736F-44EB-49E3-8F5E-41C7C8DA7FC5}" type="sibTrans" cxnId="{079E694F-ABE7-43EF-9679-003CACED4156}">
      <dgm:prSet/>
      <dgm:spPr/>
      <dgm:t>
        <a:bodyPr/>
        <a:lstStyle/>
        <a:p>
          <a:endParaRPr lang="en-US"/>
        </a:p>
      </dgm:t>
    </dgm:pt>
    <dgm:pt modelId="{1879CCD1-B892-428E-A727-5FEFD08E5BC1}">
      <dgm:prSet/>
      <dgm:spPr/>
      <dgm:t>
        <a:bodyPr/>
        <a:lstStyle/>
        <a:p>
          <a:pPr>
            <a:defRPr cap="all"/>
          </a:pPr>
          <a:r>
            <a:rPr lang="en-US" b="0" i="0" baseline="0"/>
            <a:t>Users open a local web interface </a:t>
          </a:r>
          <a:endParaRPr lang="en-US"/>
        </a:p>
      </dgm:t>
    </dgm:pt>
    <dgm:pt modelId="{294A0BCE-A590-49E1-B668-50398E9E7157}" type="parTrans" cxnId="{9B962787-787C-4CA4-A027-861F933531B6}">
      <dgm:prSet/>
      <dgm:spPr/>
      <dgm:t>
        <a:bodyPr/>
        <a:lstStyle/>
        <a:p>
          <a:endParaRPr lang="en-US"/>
        </a:p>
      </dgm:t>
    </dgm:pt>
    <dgm:pt modelId="{FFDFF7ED-346C-4887-BA6C-BC7466304A5E}" type="sibTrans" cxnId="{9B962787-787C-4CA4-A027-861F933531B6}">
      <dgm:prSet/>
      <dgm:spPr/>
      <dgm:t>
        <a:bodyPr/>
        <a:lstStyle/>
        <a:p>
          <a:endParaRPr lang="en-US"/>
        </a:p>
      </dgm:t>
    </dgm:pt>
    <dgm:pt modelId="{422E0EC5-E8FD-4232-9707-AE42B683F7E7}">
      <dgm:prSet/>
      <dgm:spPr/>
      <dgm:t>
        <a:bodyPr/>
        <a:lstStyle/>
        <a:p>
          <a:pPr>
            <a:defRPr cap="all"/>
          </a:pPr>
          <a:r>
            <a:rPr lang="en-US" b="0" i="0" baseline="0"/>
            <a:t>Content is streamed directly from ESP32 </a:t>
          </a:r>
          <a:endParaRPr lang="en-US"/>
        </a:p>
      </dgm:t>
    </dgm:pt>
    <dgm:pt modelId="{2CCC25DD-3F60-4E42-A197-63B3A1C3208F}" type="parTrans" cxnId="{A141BB53-F7A4-4515-A2FE-63E18B71235B}">
      <dgm:prSet/>
      <dgm:spPr/>
      <dgm:t>
        <a:bodyPr/>
        <a:lstStyle/>
        <a:p>
          <a:endParaRPr lang="en-US"/>
        </a:p>
      </dgm:t>
    </dgm:pt>
    <dgm:pt modelId="{DCEE15F8-F26E-4D87-8648-23E219F5D653}" type="sibTrans" cxnId="{A141BB53-F7A4-4515-A2FE-63E18B71235B}">
      <dgm:prSet/>
      <dgm:spPr/>
      <dgm:t>
        <a:bodyPr/>
        <a:lstStyle/>
        <a:p>
          <a:endParaRPr lang="en-US"/>
        </a:p>
      </dgm:t>
    </dgm:pt>
    <dgm:pt modelId="{355FBA78-269F-4305-B14D-5BFDA0D7BAB7}" type="pres">
      <dgm:prSet presAssocID="{1F8EEA11-B861-4773-88A3-2447159295E4}" presName="root" presStyleCnt="0">
        <dgm:presLayoutVars>
          <dgm:dir/>
          <dgm:resizeHandles val="exact"/>
        </dgm:presLayoutVars>
      </dgm:prSet>
      <dgm:spPr/>
    </dgm:pt>
    <dgm:pt modelId="{AC7F2E93-C807-4C67-B5B4-FEA1D517CB78}" type="pres">
      <dgm:prSet presAssocID="{E7A86EC1-3180-4CA7-AA3B-1C14595A8FD7}" presName="compNode" presStyleCnt="0"/>
      <dgm:spPr/>
    </dgm:pt>
    <dgm:pt modelId="{1BFB527E-90A7-4CEE-8E90-C706F0620084}" type="pres">
      <dgm:prSet presAssocID="{E7A86EC1-3180-4CA7-AA3B-1C14595A8FD7}" presName="iconBgRect" presStyleLbl="bgShp" presStyleIdx="0" presStyleCnt="5"/>
      <dgm:spPr>
        <a:prstGeom prst="round2DiagRect">
          <a:avLst>
            <a:gd name="adj1" fmla="val 29727"/>
            <a:gd name="adj2" fmla="val 0"/>
          </a:avLst>
        </a:prstGeom>
      </dgm:spPr>
    </dgm:pt>
    <dgm:pt modelId="{37519714-E9F1-4467-981C-D51539122555}" type="pres">
      <dgm:prSet presAssocID="{E7A86EC1-3180-4CA7-AA3B-1C14595A8FD7}"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mart Phone"/>
        </a:ext>
      </dgm:extLst>
    </dgm:pt>
    <dgm:pt modelId="{EA2FB4AD-C14B-4C73-A385-9544ABDE7DC0}" type="pres">
      <dgm:prSet presAssocID="{E7A86EC1-3180-4CA7-AA3B-1C14595A8FD7}" presName="spaceRect" presStyleCnt="0"/>
      <dgm:spPr/>
    </dgm:pt>
    <dgm:pt modelId="{D1C84DF2-980B-4CDE-8083-858C23234921}" type="pres">
      <dgm:prSet presAssocID="{E7A86EC1-3180-4CA7-AA3B-1C14595A8FD7}" presName="textRect" presStyleLbl="revTx" presStyleIdx="0" presStyleCnt="5">
        <dgm:presLayoutVars>
          <dgm:chMax val="1"/>
          <dgm:chPref val="1"/>
        </dgm:presLayoutVars>
      </dgm:prSet>
      <dgm:spPr/>
    </dgm:pt>
    <dgm:pt modelId="{B15465B1-68A9-42B1-BA5A-F92AB70C34E6}" type="pres">
      <dgm:prSet presAssocID="{5D39A204-CF43-4B4D-A17C-45ED7079CBBB}" presName="sibTrans" presStyleCnt="0"/>
      <dgm:spPr/>
    </dgm:pt>
    <dgm:pt modelId="{79DB1350-CCF1-4F1D-9516-9F36B8562F92}" type="pres">
      <dgm:prSet presAssocID="{E4AA16F2-69D1-42F7-A380-E482A4AF00F3}" presName="compNode" presStyleCnt="0"/>
      <dgm:spPr/>
    </dgm:pt>
    <dgm:pt modelId="{C46C491D-8FB8-4094-A2B0-CA929EC31155}" type="pres">
      <dgm:prSet presAssocID="{E4AA16F2-69D1-42F7-A380-E482A4AF00F3}" presName="iconBgRect" presStyleLbl="bgShp" presStyleIdx="1" presStyleCnt="5"/>
      <dgm:spPr>
        <a:prstGeom prst="round2DiagRect">
          <a:avLst>
            <a:gd name="adj1" fmla="val 29727"/>
            <a:gd name="adj2" fmla="val 0"/>
          </a:avLst>
        </a:prstGeom>
      </dgm:spPr>
    </dgm:pt>
    <dgm:pt modelId="{80902A8A-6D02-4D03-B41F-5E5D775C964C}" type="pres">
      <dgm:prSet presAssocID="{E4AA16F2-69D1-42F7-A380-E482A4AF00F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reless"/>
        </a:ext>
      </dgm:extLst>
    </dgm:pt>
    <dgm:pt modelId="{7B26F984-9F0E-4033-910F-3D5762884CE6}" type="pres">
      <dgm:prSet presAssocID="{E4AA16F2-69D1-42F7-A380-E482A4AF00F3}" presName="spaceRect" presStyleCnt="0"/>
      <dgm:spPr/>
    </dgm:pt>
    <dgm:pt modelId="{A38DBFBA-2996-4A00-85E6-E39EAB115567}" type="pres">
      <dgm:prSet presAssocID="{E4AA16F2-69D1-42F7-A380-E482A4AF00F3}" presName="textRect" presStyleLbl="revTx" presStyleIdx="1" presStyleCnt="5">
        <dgm:presLayoutVars>
          <dgm:chMax val="1"/>
          <dgm:chPref val="1"/>
        </dgm:presLayoutVars>
      </dgm:prSet>
      <dgm:spPr/>
    </dgm:pt>
    <dgm:pt modelId="{9EA2EE5A-6DB1-4283-A1C8-CBBA3492F6CE}" type="pres">
      <dgm:prSet presAssocID="{A597CC7D-6EC6-4706-9724-4D2ADBD51018}" presName="sibTrans" presStyleCnt="0"/>
      <dgm:spPr/>
    </dgm:pt>
    <dgm:pt modelId="{6D45CF87-0D09-44A6-99A4-A1F9E2136584}" type="pres">
      <dgm:prSet presAssocID="{BB235AAD-C7B3-4F49-8AF5-3FEC304C4C85}" presName="compNode" presStyleCnt="0"/>
      <dgm:spPr/>
    </dgm:pt>
    <dgm:pt modelId="{ED0C144A-8B92-4564-A1AF-9A77248B99D6}" type="pres">
      <dgm:prSet presAssocID="{BB235AAD-C7B3-4F49-8AF5-3FEC304C4C85}" presName="iconBgRect" presStyleLbl="bgShp" presStyleIdx="2" presStyleCnt="5"/>
      <dgm:spPr>
        <a:prstGeom prst="round2DiagRect">
          <a:avLst>
            <a:gd name="adj1" fmla="val 29727"/>
            <a:gd name="adj2" fmla="val 0"/>
          </a:avLst>
        </a:prstGeom>
      </dgm:spPr>
    </dgm:pt>
    <dgm:pt modelId="{6F1E4D43-74BA-43A7-8A40-E20786058DAD}" type="pres">
      <dgm:prSet presAssocID="{BB235AAD-C7B3-4F49-8AF5-3FEC304C4C85}"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ers"/>
        </a:ext>
      </dgm:extLst>
    </dgm:pt>
    <dgm:pt modelId="{57D76C2A-AC1D-4E1D-9AA0-FA18E2DAAAA4}" type="pres">
      <dgm:prSet presAssocID="{BB235AAD-C7B3-4F49-8AF5-3FEC304C4C85}" presName="spaceRect" presStyleCnt="0"/>
      <dgm:spPr/>
    </dgm:pt>
    <dgm:pt modelId="{63C3DA87-0738-422E-A353-8DD37575E161}" type="pres">
      <dgm:prSet presAssocID="{BB235AAD-C7B3-4F49-8AF5-3FEC304C4C85}" presName="textRect" presStyleLbl="revTx" presStyleIdx="2" presStyleCnt="5">
        <dgm:presLayoutVars>
          <dgm:chMax val="1"/>
          <dgm:chPref val="1"/>
        </dgm:presLayoutVars>
      </dgm:prSet>
      <dgm:spPr/>
    </dgm:pt>
    <dgm:pt modelId="{2E24A87B-DB6E-442C-8E56-1278C90021F9}" type="pres">
      <dgm:prSet presAssocID="{6AE5736F-44EB-49E3-8F5E-41C7C8DA7FC5}" presName="sibTrans" presStyleCnt="0"/>
      <dgm:spPr/>
    </dgm:pt>
    <dgm:pt modelId="{DA8D6E72-E41A-43F7-B078-2BB0AC95FCDA}" type="pres">
      <dgm:prSet presAssocID="{1879CCD1-B892-428E-A727-5FEFD08E5BC1}" presName="compNode" presStyleCnt="0"/>
      <dgm:spPr/>
    </dgm:pt>
    <dgm:pt modelId="{2B11A0FF-4810-4775-8965-6521E2841F42}" type="pres">
      <dgm:prSet presAssocID="{1879CCD1-B892-428E-A727-5FEFD08E5BC1}" presName="iconBgRect" presStyleLbl="bgShp" presStyleIdx="3" presStyleCnt="5"/>
      <dgm:spPr>
        <a:prstGeom prst="round2DiagRect">
          <a:avLst>
            <a:gd name="adj1" fmla="val 29727"/>
            <a:gd name="adj2" fmla="val 0"/>
          </a:avLst>
        </a:prstGeom>
      </dgm:spPr>
    </dgm:pt>
    <dgm:pt modelId="{C29A3465-80E3-4C55-A63E-E015750164C0}" type="pres">
      <dgm:prSet presAssocID="{1879CCD1-B892-428E-A727-5FEFD08E5BC1}"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itor"/>
        </a:ext>
      </dgm:extLst>
    </dgm:pt>
    <dgm:pt modelId="{75D7E61A-6A44-4D70-ADE6-208BE304C603}" type="pres">
      <dgm:prSet presAssocID="{1879CCD1-B892-428E-A727-5FEFD08E5BC1}" presName="spaceRect" presStyleCnt="0"/>
      <dgm:spPr/>
    </dgm:pt>
    <dgm:pt modelId="{32DB3843-BF03-44B9-B790-014BB5ABB854}" type="pres">
      <dgm:prSet presAssocID="{1879CCD1-B892-428E-A727-5FEFD08E5BC1}" presName="textRect" presStyleLbl="revTx" presStyleIdx="3" presStyleCnt="5">
        <dgm:presLayoutVars>
          <dgm:chMax val="1"/>
          <dgm:chPref val="1"/>
        </dgm:presLayoutVars>
      </dgm:prSet>
      <dgm:spPr/>
    </dgm:pt>
    <dgm:pt modelId="{EBE66A9C-2201-4B35-B499-5EA0C219B14E}" type="pres">
      <dgm:prSet presAssocID="{FFDFF7ED-346C-4887-BA6C-BC7466304A5E}" presName="sibTrans" presStyleCnt="0"/>
      <dgm:spPr/>
    </dgm:pt>
    <dgm:pt modelId="{1BD8E3F2-7921-48BD-9179-9BF5691CD503}" type="pres">
      <dgm:prSet presAssocID="{422E0EC5-E8FD-4232-9707-AE42B683F7E7}" presName="compNode" presStyleCnt="0"/>
      <dgm:spPr/>
    </dgm:pt>
    <dgm:pt modelId="{3E96919E-BCC0-4977-B94A-018D87F034DF}" type="pres">
      <dgm:prSet presAssocID="{422E0EC5-E8FD-4232-9707-AE42B683F7E7}" presName="iconBgRect" presStyleLbl="bgShp" presStyleIdx="4" presStyleCnt="5"/>
      <dgm:spPr>
        <a:prstGeom prst="round2DiagRect">
          <a:avLst>
            <a:gd name="adj1" fmla="val 29727"/>
            <a:gd name="adj2" fmla="val 0"/>
          </a:avLst>
        </a:prstGeom>
      </dgm:spPr>
    </dgm:pt>
    <dgm:pt modelId="{96243E22-6421-4C97-B250-8E38F175F9C7}" type="pres">
      <dgm:prSet presAssocID="{422E0EC5-E8FD-4232-9707-AE42B683F7E7}"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Video camera"/>
        </a:ext>
      </dgm:extLst>
    </dgm:pt>
    <dgm:pt modelId="{E315BAFC-E93A-440D-BAF3-CFF115DEB40A}" type="pres">
      <dgm:prSet presAssocID="{422E0EC5-E8FD-4232-9707-AE42B683F7E7}" presName="spaceRect" presStyleCnt="0"/>
      <dgm:spPr/>
    </dgm:pt>
    <dgm:pt modelId="{EAEEC15A-1628-4DF6-BF78-DD26372C699A}" type="pres">
      <dgm:prSet presAssocID="{422E0EC5-E8FD-4232-9707-AE42B683F7E7}" presName="textRect" presStyleLbl="revTx" presStyleIdx="4" presStyleCnt="5">
        <dgm:presLayoutVars>
          <dgm:chMax val="1"/>
          <dgm:chPref val="1"/>
        </dgm:presLayoutVars>
      </dgm:prSet>
      <dgm:spPr/>
    </dgm:pt>
  </dgm:ptLst>
  <dgm:cxnLst>
    <dgm:cxn modelId="{F8FACB16-9772-458F-998B-BA731B3A1706}" srcId="{1F8EEA11-B861-4773-88A3-2447159295E4}" destId="{E7A86EC1-3180-4CA7-AA3B-1C14595A8FD7}" srcOrd="0" destOrd="0" parTransId="{94815DDA-0306-4632-86DD-D0F3D4F4F46C}" sibTransId="{5D39A204-CF43-4B4D-A17C-45ED7079CBBB}"/>
    <dgm:cxn modelId="{4698D635-F161-435A-9A0B-15A1913580AE}" srcId="{1F8EEA11-B861-4773-88A3-2447159295E4}" destId="{E4AA16F2-69D1-42F7-A380-E482A4AF00F3}" srcOrd="1" destOrd="0" parTransId="{3AFC5A5E-21E0-4B86-AD41-922206EFC03F}" sibTransId="{A597CC7D-6EC6-4706-9724-4D2ADBD51018}"/>
    <dgm:cxn modelId="{D8F2603D-4A9F-4BEF-89C7-D36DE629C015}" type="presOf" srcId="{E4AA16F2-69D1-42F7-A380-E482A4AF00F3}" destId="{A38DBFBA-2996-4A00-85E6-E39EAB115567}" srcOrd="0" destOrd="0" presId="urn:microsoft.com/office/officeart/2018/5/layout/IconLeafLabelList"/>
    <dgm:cxn modelId="{079E694F-ABE7-43EF-9679-003CACED4156}" srcId="{1F8EEA11-B861-4773-88A3-2447159295E4}" destId="{BB235AAD-C7B3-4F49-8AF5-3FEC304C4C85}" srcOrd="2" destOrd="0" parTransId="{0501674C-ADCF-4A58-ADE7-2F9C488D0765}" sibTransId="{6AE5736F-44EB-49E3-8F5E-41C7C8DA7FC5}"/>
    <dgm:cxn modelId="{A141BB53-F7A4-4515-A2FE-63E18B71235B}" srcId="{1F8EEA11-B861-4773-88A3-2447159295E4}" destId="{422E0EC5-E8FD-4232-9707-AE42B683F7E7}" srcOrd="4" destOrd="0" parTransId="{2CCC25DD-3F60-4E42-A197-63B3A1C3208F}" sibTransId="{DCEE15F8-F26E-4D87-8648-23E219F5D653}"/>
    <dgm:cxn modelId="{F627BA5A-A666-45D8-9A9B-3102678B0A16}" type="presOf" srcId="{422E0EC5-E8FD-4232-9707-AE42B683F7E7}" destId="{EAEEC15A-1628-4DF6-BF78-DD26372C699A}" srcOrd="0" destOrd="0" presId="urn:microsoft.com/office/officeart/2018/5/layout/IconLeafLabelList"/>
    <dgm:cxn modelId="{9B962787-787C-4CA4-A027-861F933531B6}" srcId="{1F8EEA11-B861-4773-88A3-2447159295E4}" destId="{1879CCD1-B892-428E-A727-5FEFD08E5BC1}" srcOrd="3" destOrd="0" parTransId="{294A0BCE-A590-49E1-B668-50398E9E7157}" sibTransId="{FFDFF7ED-346C-4887-BA6C-BC7466304A5E}"/>
    <dgm:cxn modelId="{6B9FC38C-DA0C-4A27-8EE6-A1FDFA369731}" type="presOf" srcId="{1F8EEA11-B861-4773-88A3-2447159295E4}" destId="{355FBA78-269F-4305-B14D-5BFDA0D7BAB7}" srcOrd="0" destOrd="0" presId="urn:microsoft.com/office/officeart/2018/5/layout/IconLeafLabelList"/>
    <dgm:cxn modelId="{0C973591-EC43-4616-8D74-6EA3FECE2255}" type="presOf" srcId="{1879CCD1-B892-428E-A727-5FEFD08E5BC1}" destId="{32DB3843-BF03-44B9-B790-014BB5ABB854}" srcOrd="0" destOrd="0" presId="urn:microsoft.com/office/officeart/2018/5/layout/IconLeafLabelList"/>
    <dgm:cxn modelId="{417F7DB3-A2E3-410B-8637-5EAB23E7882A}" type="presOf" srcId="{E7A86EC1-3180-4CA7-AA3B-1C14595A8FD7}" destId="{D1C84DF2-980B-4CDE-8083-858C23234921}" srcOrd="0" destOrd="0" presId="urn:microsoft.com/office/officeart/2018/5/layout/IconLeafLabelList"/>
    <dgm:cxn modelId="{A40421F1-4DD7-4219-AC81-8E7E30A627C9}" type="presOf" srcId="{BB235AAD-C7B3-4F49-8AF5-3FEC304C4C85}" destId="{63C3DA87-0738-422E-A353-8DD37575E161}" srcOrd="0" destOrd="0" presId="urn:microsoft.com/office/officeart/2018/5/layout/IconLeafLabelList"/>
    <dgm:cxn modelId="{4400C65F-E18B-4EE0-9F32-FF36AAFBCD7A}" type="presParOf" srcId="{355FBA78-269F-4305-B14D-5BFDA0D7BAB7}" destId="{AC7F2E93-C807-4C67-B5B4-FEA1D517CB78}" srcOrd="0" destOrd="0" presId="urn:microsoft.com/office/officeart/2018/5/layout/IconLeafLabelList"/>
    <dgm:cxn modelId="{97C67EBC-4705-4D97-BF48-F28D5639C1FA}" type="presParOf" srcId="{AC7F2E93-C807-4C67-B5B4-FEA1D517CB78}" destId="{1BFB527E-90A7-4CEE-8E90-C706F0620084}" srcOrd="0" destOrd="0" presId="urn:microsoft.com/office/officeart/2018/5/layout/IconLeafLabelList"/>
    <dgm:cxn modelId="{5DC75706-CB39-4934-9296-5F3E2D6CB3D5}" type="presParOf" srcId="{AC7F2E93-C807-4C67-B5B4-FEA1D517CB78}" destId="{37519714-E9F1-4467-981C-D51539122555}" srcOrd="1" destOrd="0" presId="urn:microsoft.com/office/officeart/2018/5/layout/IconLeafLabelList"/>
    <dgm:cxn modelId="{EA14F6AD-27E1-4400-98BB-3BC8D9C3CE03}" type="presParOf" srcId="{AC7F2E93-C807-4C67-B5B4-FEA1D517CB78}" destId="{EA2FB4AD-C14B-4C73-A385-9544ABDE7DC0}" srcOrd="2" destOrd="0" presId="urn:microsoft.com/office/officeart/2018/5/layout/IconLeafLabelList"/>
    <dgm:cxn modelId="{101588B1-0E22-4DF9-92C7-35489F6EB673}" type="presParOf" srcId="{AC7F2E93-C807-4C67-B5B4-FEA1D517CB78}" destId="{D1C84DF2-980B-4CDE-8083-858C23234921}" srcOrd="3" destOrd="0" presId="urn:microsoft.com/office/officeart/2018/5/layout/IconLeafLabelList"/>
    <dgm:cxn modelId="{0FA0FC4A-C47B-45FB-B778-D90DBAF87D35}" type="presParOf" srcId="{355FBA78-269F-4305-B14D-5BFDA0D7BAB7}" destId="{B15465B1-68A9-42B1-BA5A-F92AB70C34E6}" srcOrd="1" destOrd="0" presId="urn:microsoft.com/office/officeart/2018/5/layout/IconLeafLabelList"/>
    <dgm:cxn modelId="{5324A499-8EE7-408D-8415-18E2E9A3EFF2}" type="presParOf" srcId="{355FBA78-269F-4305-B14D-5BFDA0D7BAB7}" destId="{79DB1350-CCF1-4F1D-9516-9F36B8562F92}" srcOrd="2" destOrd="0" presId="urn:microsoft.com/office/officeart/2018/5/layout/IconLeafLabelList"/>
    <dgm:cxn modelId="{89C52D39-3E5A-416E-A9B8-5715AAABB720}" type="presParOf" srcId="{79DB1350-CCF1-4F1D-9516-9F36B8562F92}" destId="{C46C491D-8FB8-4094-A2B0-CA929EC31155}" srcOrd="0" destOrd="0" presId="urn:microsoft.com/office/officeart/2018/5/layout/IconLeafLabelList"/>
    <dgm:cxn modelId="{92BF837A-E2C4-461B-A88A-5D63F9DA59AA}" type="presParOf" srcId="{79DB1350-CCF1-4F1D-9516-9F36B8562F92}" destId="{80902A8A-6D02-4D03-B41F-5E5D775C964C}" srcOrd="1" destOrd="0" presId="urn:microsoft.com/office/officeart/2018/5/layout/IconLeafLabelList"/>
    <dgm:cxn modelId="{EE1869E6-B0E9-458E-89C4-D3E6C3C673F4}" type="presParOf" srcId="{79DB1350-CCF1-4F1D-9516-9F36B8562F92}" destId="{7B26F984-9F0E-4033-910F-3D5762884CE6}" srcOrd="2" destOrd="0" presId="urn:microsoft.com/office/officeart/2018/5/layout/IconLeafLabelList"/>
    <dgm:cxn modelId="{AB8596BD-DB3F-4043-B73B-9AA50D5ACB90}" type="presParOf" srcId="{79DB1350-CCF1-4F1D-9516-9F36B8562F92}" destId="{A38DBFBA-2996-4A00-85E6-E39EAB115567}" srcOrd="3" destOrd="0" presId="urn:microsoft.com/office/officeart/2018/5/layout/IconLeafLabelList"/>
    <dgm:cxn modelId="{4CA2C6B2-7769-4ADC-A335-8ED66DA4C811}" type="presParOf" srcId="{355FBA78-269F-4305-B14D-5BFDA0D7BAB7}" destId="{9EA2EE5A-6DB1-4283-A1C8-CBBA3492F6CE}" srcOrd="3" destOrd="0" presId="urn:microsoft.com/office/officeart/2018/5/layout/IconLeafLabelList"/>
    <dgm:cxn modelId="{3CCF2FDC-18B1-46E4-94FB-CBC2EDDDE288}" type="presParOf" srcId="{355FBA78-269F-4305-B14D-5BFDA0D7BAB7}" destId="{6D45CF87-0D09-44A6-99A4-A1F9E2136584}" srcOrd="4" destOrd="0" presId="urn:microsoft.com/office/officeart/2018/5/layout/IconLeafLabelList"/>
    <dgm:cxn modelId="{26A6B0BB-78D1-493A-B47A-3C99923CD6C9}" type="presParOf" srcId="{6D45CF87-0D09-44A6-99A4-A1F9E2136584}" destId="{ED0C144A-8B92-4564-A1AF-9A77248B99D6}" srcOrd="0" destOrd="0" presId="urn:microsoft.com/office/officeart/2018/5/layout/IconLeafLabelList"/>
    <dgm:cxn modelId="{DEE3E0D6-37A2-4E35-99B9-AFD8CF91749D}" type="presParOf" srcId="{6D45CF87-0D09-44A6-99A4-A1F9E2136584}" destId="{6F1E4D43-74BA-43A7-8A40-E20786058DAD}" srcOrd="1" destOrd="0" presId="urn:microsoft.com/office/officeart/2018/5/layout/IconLeafLabelList"/>
    <dgm:cxn modelId="{10C7DFF3-E557-4BCD-8706-CD9024A820D5}" type="presParOf" srcId="{6D45CF87-0D09-44A6-99A4-A1F9E2136584}" destId="{57D76C2A-AC1D-4E1D-9AA0-FA18E2DAAAA4}" srcOrd="2" destOrd="0" presId="urn:microsoft.com/office/officeart/2018/5/layout/IconLeafLabelList"/>
    <dgm:cxn modelId="{3E951205-477E-465C-BE95-543F761008BD}" type="presParOf" srcId="{6D45CF87-0D09-44A6-99A4-A1F9E2136584}" destId="{63C3DA87-0738-422E-A353-8DD37575E161}" srcOrd="3" destOrd="0" presId="urn:microsoft.com/office/officeart/2018/5/layout/IconLeafLabelList"/>
    <dgm:cxn modelId="{A1F572B3-DA08-43E2-AE21-5F5C3674C139}" type="presParOf" srcId="{355FBA78-269F-4305-B14D-5BFDA0D7BAB7}" destId="{2E24A87B-DB6E-442C-8E56-1278C90021F9}" srcOrd="5" destOrd="0" presId="urn:microsoft.com/office/officeart/2018/5/layout/IconLeafLabelList"/>
    <dgm:cxn modelId="{0D6713BC-FABF-490C-B2D8-953CEDDE2A34}" type="presParOf" srcId="{355FBA78-269F-4305-B14D-5BFDA0D7BAB7}" destId="{DA8D6E72-E41A-43F7-B078-2BB0AC95FCDA}" srcOrd="6" destOrd="0" presId="urn:microsoft.com/office/officeart/2018/5/layout/IconLeafLabelList"/>
    <dgm:cxn modelId="{971090B4-0515-408B-B594-FDBE26FAF159}" type="presParOf" srcId="{DA8D6E72-E41A-43F7-B078-2BB0AC95FCDA}" destId="{2B11A0FF-4810-4775-8965-6521E2841F42}" srcOrd="0" destOrd="0" presId="urn:microsoft.com/office/officeart/2018/5/layout/IconLeafLabelList"/>
    <dgm:cxn modelId="{A978FBEA-AA1B-49C1-BE03-90C6E916AF7C}" type="presParOf" srcId="{DA8D6E72-E41A-43F7-B078-2BB0AC95FCDA}" destId="{C29A3465-80E3-4C55-A63E-E015750164C0}" srcOrd="1" destOrd="0" presId="urn:microsoft.com/office/officeart/2018/5/layout/IconLeafLabelList"/>
    <dgm:cxn modelId="{B42BB36F-EE01-42FD-AC24-EEDA8317C172}" type="presParOf" srcId="{DA8D6E72-E41A-43F7-B078-2BB0AC95FCDA}" destId="{75D7E61A-6A44-4D70-ADE6-208BE304C603}" srcOrd="2" destOrd="0" presId="urn:microsoft.com/office/officeart/2018/5/layout/IconLeafLabelList"/>
    <dgm:cxn modelId="{20AF2785-C7BE-4548-86CD-775A0DC0C3E9}" type="presParOf" srcId="{DA8D6E72-E41A-43F7-B078-2BB0AC95FCDA}" destId="{32DB3843-BF03-44B9-B790-014BB5ABB854}" srcOrd="3" destOrd="0" presId="urn:microsoft.com/office/officeart/2018/5/layout/IconLeafLabelList"/>
    <dgm:cxn modelId="{72FDC553-4742-4599-BB8A-5A5D094EA91F}" type="presParOf" srcId="{355FBA78-269F-4305-B14D-5BFDA0D7BAB7}" destId="{EBE66A9C-2201-4B35-B499-5EA0C219B14E}" srcOrd="7" destOrd="0" presId="urn:microsoft.com/office/officeart/2018/5/layout/IconLeafLabelList"/>
    <dgm:cxn modelId="{4C3DBBBF-D16D-40A5-8897-F6C3A3D7DE66}" type="presParOf" srcId="{355FBA78-269F-4305-B14D-5BFDA0D7BAB7}" destId="{1BD8E3F2-7921-48BD-9179-9BF5691CD503}" srcOrd="8" destOrd="0" presId="urn:microsoft.com/office/officeart/2018/5/layout/IconLeafLabelList"/>
    <dgm:cxn modelId="{7C6EC8EE-80D0-4DE3-BF8B-C9C7692EE4B5}" type="presParOf" srcId="{1BD8E3F2-7921-48BD-9179-9BF5691CD503}" destId="{3E96919E-BCC0-4977-B94A-018D87F034DF}" srcOrd="0" destOrd="0" presId="urn:microsoft.com/office/officeart/2018/5/layout/IconLeafLabelList"/>
    <dgm:cxn modelId="{CFEF7E6F-911F-4C00-9F59-5306403167EF}" type="presParOf" srcId="{1BD8E3F2-7921-48BD-9179-9BF5691CD503}" destId="{96243E22-6421-4C97-B250-8E38F175F9C7}" srcOrd="1" destOrd="0" presId="urn:microsoft.com/office/officeart/2018/5/layout/IconLeafLabelList"/>
    <dgm:cxn modelId="{B81236C9-7901-4AE8-95C9-14B3D838F44D}" type="presParOf" srcId="{1BD8E3F2-7921-48BD-9179-9BF5691CD503}" destId="{E315BAFC-E93A-440D-BAF3-CFF115DEB40A}" srcOrd="2" destOrd="0" presId="urn:microsoft.com/office/officeart/2018/5/layout/IconLeafLabelList"/>
    <dgm:cxn modelId="{BAA8861F-5D9F-4CF6-B535-27931AB9619A}" type="presParOf" srcId="{1BD8E3F2-7921-48BD-9179-9BF5691CD503}" destId="{EAEEC15A-1628-4DF6-BF78-DD26372C699A}"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BA35FB4-C84C-4CB5-91BF-A8406E50DD17}"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F21A8CD7-98FC-4A0B-AA12-3D9CC0D2F8FB}">
      <dgm:prSet/>
      <dgm:spPr/>
      <dgm:t>
        <a:bodyPr/>
        <a:lstStyle/>
        <a:p>
          <a:r>
            <a:rPr lang="en-IN"/>
            <a:t>Topic : Off-Learn using ESP32</a:t>
          </a:r>
          <a:endParaRPr lang="en-US"/>
        </a:p>
      </dgm:t>
    </dgm:pt>
    <dgm:pt modelId="{7F51E7E2-759C-46BE-8DD8-9D93FC723467}" type="parTrans" cxnId="{4E30AC36-69CA-46B6-8DF7-8F3DC19F3287}">
      <dgm:prSet/>
      <dgm:spPr/>
      <dgm:t>
        <a:bodyPr/>
        <a:lstStyle/>
        <a:p>
          <a:endParaRPr lang="en-US"/>
        </a:p>
      </dgm:t>
    </dgm:pt>
    <dgm:pt modelId="{E62E651C-57C9-4913-8AD6-F0C9308B2085}" type="sibTrans" cxnId="{4E30AC36-69CA-46B6-8DF7-8F3DC19F3287}">
      <dgm:prSet/>
      <dgm:spPr/>
      <dgm:t>
        <a:bodyPr/>
        <a:lstStyle/>
        <a:p>
          <a:endParaRPr lang="en-US"/>
        </a:p>
      </dgm:t>
    </dgm:pt>
    <dgm:pt modelId="{B4471AFB-4191-49B8-82AA-DCBBCBF64ACE}">
      <dgm:prSet/>
      <dgm:spPr/>
      <dgm:t>
        <a:bodyPr/>
        <a:lstStyle/>
        <a:p>
          <a:r>
            <a:rPr lang="en-IN"/>
            <a:t>Frontend: HTML, CSS, JS</a:t>
          </a:r>
          <a:endParaRPr lang="en-US"/>
        </a:p>
      </dgm:t>
    </dgm:pt>
    <dgm:pt modelId="{B83D41B3-0B13-4BD1-B807-271867E7EE1A}" type="parTrans" cxnId="{AC051167-D634-488B-BF8F-36A89F0D2C62}">
      <dgm:prSet/>
      <dgm:spPr/>
      <dgm:t>
        <a:bodyPr/>
        <a:lstStyle/>
        <a:p>
          <a:endParaRPr lang="en-US"/>
        </a:p>
      </dgm:t>
    </dgm:pt>
    <dgm:pt modelId="{8806EA99-8805-4B30-9E29-D791BB5E1345}" type="sibTrans" cxnId="{AC051167-D634-488B-BF8F-36A89F0D2C62}">
      <dgm:prSet/>
      <dgm:spPr/>
      <dgm:t>
        <a:bodyPr/>
        <a:lstStyle/>
        <a:p>
          <a:endParaRPr lang="en-US"/>
        </a:p>
      </dgm:t>
    </dgm:pt>
    <dgm:pt modelId="{73A5B883-8096-4E5D-9287-781D3F69937E}">
      <dgm:prSet/>
      <dgm:spPr/>
      <dgm:t>
        <a:bodyPr/>
        <a:lstStyle/>
        <a:p>
          <a:r>
            <a:rPr lang="en-IN"/>
            <a:t>Backend: Arduino</a:t>
          </a:r>
          <a:endParaRPr lang="en-US"/>
        </a:p>
      </dgm:t>
    </dgm:pt>
    <dgm:pt modelId="{D086A460-9A43-4A57-A16C-6FE4FA8B2B77}" type="parTrans" cxnId="{8F6B0CB5-DC18-490B-AF0E-CF46A1E8F22B}">
      <dgm:prSet/>
      <dgm:spPr/>
      <dgm:t>
        <a:bodyPr/>
        <a:lstStyle/>
        <a:p>
          <a:endParaRPr lang="en-US"/>
        </a:p>
      </dgm:t>
    </dgm:pt>
    <dgm:pt modelId="{D4990226-1BA6-49E8-BD09-039C39320C42}" type="sibTrans" cxnId="{8F6B0CB5-DC18-490B-AF0E-CF46A1E8F22B}">
      <dgm:prSet/>
      <dgm:spPr/>
      <dgm:t>
        <a:bodyPr/>
        <a:lstStyle/>
        <a:p>
          <a:endParaRPr lang="en-US"/>
        </a:p>
      </dgm:t>
    </dgm:pt>
    <dgm:pt modelId="{5A532598-E7A2-4E65-BB71-6C97542D237D}" type="pres">
      <dgm:prSet presAssocID="{1BA35FB4-C84C-4CB5-91BF-A8406E50DD17}" presName="hierChild1" presStyleCnt="0">
        <dgm:presLayoutVars>
          <dgm:chPref val="1"/>
          <dgm:dir/>
          <dgm:animOne val="branch"/>
          <dgm:animLvl val="lvl"/>
          <dgm:resizeHandles/>
        </dgm:presLayoutVars>
      </dgm:prSet>
      <dgm:spPr/>
    </dgm:pt>
    <dgm:pt modelId="{88B0C04D-9E9B-4B3B-A410-76C83212A0DF}" type="pres">
      <dgm:prSet presAssocID="{F21A8CD7-98FC-4A0B-AA12-3D9CC0D2F8FB}" presName="hierRoot1" presStyleCnt="0"/>
      <dgm:spPr/>
    </dgm:pt>
    <dgm:pt modelId="{CD6B8266-1446-46F2-80D9-D21C739C8292}" type="pres">
      <dgm:prSet presAssocID="{F21A8CD7-98FC-4A0B-AA12-3D9CC0D2F8FB}" presName="composite" presStyleCnt="0"/>
      <dgm:spPr/>
    </dgm:pt>
    <dgm:pt modelId="{0269AA48-CCC9-4E80-8C9F-391E741DC2EC}" type="pres">
      <dgm:prSet presAssocID="{F21A8CD7-98FC-4A0B-AA12-3D9CC0D2F8FB}" presName="background" presStyleLbl="node0" presStyleIdx="0" presStyleCnt="3"/>
      <dgm:spPr/>
    </dgm:pt>
    <dgm:pt modelId="{48DD15EA-2DC5-45D1-9B99-9BA0A3351AFC}" type="pres">
      <dgm:prSet presAssocID="{F21A8CD7-98FC-4A0B-AA12-3D9CC0D2F8FB}" presName="text" presStyleLbl="fgAcc0" presStyleIdx="0" presStyleCnt="3">
        <dgm:presLayoutVars>
          <dgm:chPref val="3"/>
        </dgm:presLayoutVars>
      </dgm:prSet>
      <dgm:spPr/>
    </dgm:pt>
    <dgm:pt modelId="{F6094E5F-2550-4726-8C71-9311F7A67346}" type="pres">
      <dgm:prSet presAssocID="{F21A8CD7-98FC-4A0B-AA12-3D9CC0D2F8FB}" presName="hierChild2" presStyleCnt="0"/>
      <dgm:spPr/>
    </dgm:pt>
    <dgm:pt modelId="{A78CCF7C-6D34-4762-8E73-52277D7E7E8C}" type="pres">
      <dgm:prSet presAssocID="{B4471AFB-4191-49B8-82AA-DCBBCBF64ACE}" presName="hierRoot1" presStyleCnt="0"/>
      <dgm:spPr/>
    </dgm:pt>
    <dgm:pt modelId="{4763A3A7-8096-44B4-AF79-29C4C0D0C04C}" type="pres">
      <dgm:prSet presAssocID="{B4471AFB-4191-49B8-82AA-DCBBCBF64ACE}" presName="composite" presStyleCnt="0"/>
      <dgm:spPr/>
    </dgm:pt>
    <dgm:pt modelId="{CB319FAC-955E-4FBE-AB32-51E717553E6B}" type="pres">
      <dgm:prSet presAssocID="{B4471AFB-4191-49B8-82AA-DCBBCBF64ACE}" presName="background" presStyleLbl="node0" presStyleIdx="1" presStyleCnt="3"/>
      <dgm:spPr/>
    </dgm:pt>
    <dgm:pt modelId="{4FB6D9A2-3984-4362-8CA4-E2D541A4B878}" type="pres">
      <dgm:prSet presAssocID="{B4471AFB-4191-49B8-82AA-DCBBCBF64ACE}" presName="text" presStyleLbl="fgAcc0" presStyleIdx="1" presStyleCnt="3">
        <dgm:presLayoutVars>
          <dgm:chPref val="3"/>
        </dgm:presLayoutVars>
      </dgm:prSet>
      <dgm:spPr/>
    </dgm:pt>
    <dgm:pt modelId="{D412B0CC-D76D-4A44-A2F5-F6D9583001BB}" type="pres">
      <dgm:prSet presAssocID="{B4471AFB-4191-49B8-82AA-DCBBCBF64ACE}" presName="hierChild2" presStyleCnt="0"/>
      <dgm:spPr/>
    </dgm:pt>
    <dgm:pt modelId="{C4807ECD-B64D-4EE2-869F-7B691BC03BDA}" type="pres">
      <dgm:prSet presAssocID="{73A5B883-8096-4E5D-9287-781D3F69937E}" presName="hierRoot1" presStyleCnt="0"/>
      <dgm:spPr/>
    </dgm:pt>
    <dgm:pt modelId="{80252E26-7913-4718-93C9-4E1C50EE53BC}" type="pres">
      <dgm:prSet presAssocID="{73A5B883-8096-4E5D-9287-781D3F69937E}" presName="composite" presStyleCnt="0"/>
      <dgm:spPr/>
    </dgm:pt>
    <dgm:pt modelId="{7392829D-6D72-4DCE-919C-DB9A18088A22}" type="pres">
      <dgm:prSet presAssocID="{73A5B883-8096-4E5D-9287-781D3F69937E}" presName="background" presStyleLbl="node0" presStyleIdx="2" presStyleCnt="3"/>
      <dgm:spPr/>
    </dgm:pt>
    <dgm:pt modelId="{A98E4A4C-2E8B-4ECE-907E-6BB4E95C14F8}" type="pres">
      <dgm:prSet presAssocID="{73A5B883-8096-4E5D-9287-781D3F69937E}" presName="text" presStyleLbl="fgAcc0" presStyleIdx="2" presStyleCnt="3">
        <dgm:presLayoutVars>
          <dgm:chPref val="3"/>
        </dgm:presLayoutVars>
      </dgm:prSet>
      <dgm:spPr/>
    </dgm:pt>
    <dgm:pt modelId="{7EE23405-1DC5-47B9-973E-FE929C58D1C0}" type="pres">
      <dgm:prSet presAssocID="{73A5B883-8096-4E5D-9287-781D3F69937E}" presName="hierChild2" presStyleCnt="0"/>
      <dgm:spPr/>
    </dgm:pt>
  </dgm:ptLst>
  <dgm:cxnLst>
    <dgm:cxn modelId="{52568A02-C5F4-4A1B-8F63-24007A592217}" type="presOf" srcId="{73A5B883-8096-4E5D-9287-781D3F69937E}" destId="{A98E4A4C-2E8B-4ECE-907E-6BB4E95C14F8}" srcOrd="0" destOrd="0" presId="urn:microsoft.com/office/officeart/2005/8/layout/hierarchy1"/>
    <dgm:cxn modelId="{20EDA918-9591-46A7-BF67-31C857CC9849}" type="presOf" srcId="{F21A8CD7-98FC-4A0B-AA12-3D9CC0D2F8FB}" destId="{48DD15EA-2DC5-45D1-9B99-9BA0A3351AFC}" srcOrd="0" destOrd="0" presId="urn:microsoft.com/office/officeart/2005/8/layout/hierarchy1"/>
    <dgm:cxn modelId="{4E30AC36-69CA-46B6-8DF7-8F3DC19F3287}" srcId="{1BA35FB4-C84C-4CB5-91BF-A8406E50DD17}" destId="{F21A8CD7-98FC-4A0B-AA12-3D9CC0D2F8FB}" srcOrd="0" destOrd="0" parTransId="{7F51E7E2-759C-46BE-8DD8-9D93FC723467}" sibTransId="{E62E651C-57C9-4913-8AD6-F0C9308B2085}"/>
    <dgm:cxn modelId="{AC051167-D634-488B-BF8F-36A89F0D2C62}" srcId="{1BA35FB4-C84C-4CB5-91BF-A8406E50DD17}" destId="{B4471AFB-4191-49B8-82AA-DCBBCBF64ACE}" srcOrd="1" destOrd="0" parTransId="{B83D41B3-0B13-4BD1-B807-271867E7EE1A}" sibTransId="{8806EA99-8805-4B30-9E29-D791BB5E1345}"/>
    <dgm:cxn modelId="{8F6B0CB5-DC18-490B-AF0E-CF46A1E8F22B}" srcId="{1BA35FB4-C84C-4CB5-91BF-A8406E50DD17}" destId="{73A5B883-8096-4E5D-9287-781D3F69937E}" srcOrd="2" destOrd="0" parTransId="{D086A460-9A43-4A57-A16C-6FE4FA8B2B77}" sibTransId="{D4990226-1BA6-49E8-BD09-039C39320C42}"/>
    <dgm:cxn modelId="{A5EEE5B7-F39A-4DFC-B4AD-B36EFE33CD15}" type="presOf" srcId="{B4471AFB-4191-49B8-82AA-DCBBCBF64ACE}" destId="{4FB6D9A2-3984-4362-8CA4-E2D541A4B878}" srcOrd="0" destOrd="0" presId="urn:microsoft.com/office/officeart/2005/8/layout/hierarchy1"/>
    <dgm:cxn modelId="{EEFB84D3-E382-4D6B-9D92-0ED70193510D}" type="presOf" srcId="{1BA35FB4-C84C-4CB5-91BF-A8406E50DD17}" destId="{5A532598-E7A2-4E65-BB71-6C97542D237D}" srcOrd="0" destOrd="0" presId="urn:microsoft.com/office/officeart/2005/8/layout/hierarchy1"/>
    <dgm:cxn modelId="{C6780C8F-E8A9-4424-BE41-92C6F054603F}" type="presParOf" srcId="{5A532598-E7A2-4E65-BB71-6C97542D237D}" destId="{88B0C04D-9E9B-4B3B-A410-76C83212A0DF}" srcOrd="0" destOrd="0" presId="urn:microsoft.com/office/officeart/2005/8/layout/hierarchy1"/>
    <dgm:cxn modelId="{602011D2-00D5-4995-872C-E9147A3BA900}" type="presParOf" srcId="{88B0C04D-9E9B-4B3B-A410-76C83212A0DF}" destId="{CD6B8266-1446-46F2-80D9-D21C739C8292}" srcOrd="0" destOrd="0" presId="urn:microsoft.com/office/officeart/2005/8/layout/hierarchy1"/>
    <dgm:cxn modelId="{E137F50C-B440-4304-9F54-E50AAB05108D}" type="presParOf" srcId="{CD6B8266-1446-46F2-80D9-D21C739C8292}" destId="{0269AA48-CCC9-4E80-8C9F-391E741DC2EC}" srcOrd="0" destOrd="0" presId="urn:microsoft.com/office/officeart/2005/8/layout/hierarchy1"/>
    <dgm:cxn modelId="{16A9B436-C499-44F3-BB5E-FFC62AB42C09}" type="presParOf" srcId="{CD6B8266-1446-46F2-80D9-D21C739C8292}" destId="{48DD15EA-2DC5-45D1-9B99-9BA0A3351AFC}" srcOrd="1" destOrd="0" presId="urn:microsoft.com/office/officeart/2005/8/layout/hierarchy1"/>
    <dgm:cxn modelId="{CF4986E3-E1B4-4199-A937-FA4A9A3D7AD0}" type="presParOf" srcId="{88B0C04D-9E9B-4B3B-A410-76C83212A0DF}" destId="{F6094E5F-2550-4726-8C71-9311F7A67346}" srcOrd="1" destOrd="0" presId="urn:microsoft.com/office/officeart/2005/8/layout/hierarchy1"/>
    <dgm:cxn modelId="{FE4F1FE1-7243-48B6-B84E-A00F1C1914D5}" type="presParOf" srcId="{5A532598-E7A2-4E65-BB71-6C97542D237D}" destId="{A78CCF7C-6D34-4762-8E73-52277D7E7E8C}" srcOrd="1" destOrd="0" presId="urn:microsoft.com/office/officeart/2005/8/layout/hierarchy1"/>
    <dgm:cxn modelId="{1E6593D7-46BF-4C20-B3A4-6CDA609D06BE}" type="presParOf" srcId="{A78CCF7C-6D34-4762-8E73-52277D7E7E8C}" destId="{4763A3A7-8096-44B4-AF79-29C4C0D0C04C}" srcOrd="0" destOrd="0" presId="urn:microsoft.com/office/officeart/2005/8/layout/hierarchy1"/>
    <dgm:cxn modelId="{9456D783-E538-4ABE-9D90-8194E512963F}" type="presParOf" srcId="{4763A3A7-8096-44B4-AF79-29C4C0D0C04C}" destId="{CB319FAC-955E-4FBE-AB32-51E717553E6B}" srcOrd="0" destOrd="0" presId="urn:microsoft.com/office/officeart/2005/8/layout/hierarchy1"/>
    <dgm:cxn modelId="{9D28D1DE-3196-4836-9076-3F6022305FFC}" type="presParOf" srcId="{4763A3A7-8096-44B4-AF79-29C4C0D0C04C}" destId="{4FB6D9A2-3984-4362-8CA4-E2D541A4B878}" srcOrd="1" destOrd="0" presId="urn:microsoft.com/office/officeart/2005/8/layout/hierarchy1"/>
    <dgm:cxn modelId="{1ADD6FBA-4F80-4C64-A056-4F01BF68F71B}" type="presParOf" srcId="{A78CCF7C-6D34-4762-8E73-52277D7E7E8C}" destId="{D412B0CC-D76D-4A44-A2F5-F6D9583001BB}" srcOrd="1" destOrd="0" presId="urn:microsoft.com/office/officeart/2005/8/layout/hierarchy1"/>
    <dgm:cxn modelId="{517AEB45-8C82-4D3F-B396-CC010DB24A98}" type="presParOf" srcId="{5A532598-E7A2-4E65-BB71-6C97542D237D}" destId="{C4807ECD-B64D-4EE2-869F-7B691BC03BDA}" srcOrd="2" destOrd="0" presId="urn:microsoft.com/office/officeart/2005/8/layout/hierarchy1"/>
    <dgm:cxn modelId="{741E2EC3-216D-4911-B915-90C565DD7AA8}" type="presParOf" srcId="{C4807ECD-B64D-4EE2-869F-7B691BC03BDA}" destId="{80252E26-7913-4718-93C9-4E1C50EE53BC}" srcOrd="0" destOrd="0" presId="urn:microsoft.com/office/officeart/2005/8/layout/hierarchy1"/>
    <dgm:cxn modelId="{EAA634FD-0A3A-42BA-8E6E-8D1AD46EDC46}" type="presParOf" srcId="{80252E26-7913-4718-93C9-4E1C50EE53BC}" destId="{7392829D-6D72-4DCE-919C-DB9A18088A22}" srcOrd="0" destOrd="0" presId="urn:microsoft.com/office/officeart/2005/8/layout/hierarchy1"/>
    <dgm:cxn modelId="{74C25C91-79A0-4782-998F-F814EC2705C8}" type="presParOf" srcId="{80252E26-7913-4718-93C9-4E1C50EE53BC}" destId="{A98E4A4C-2E8B-4ECE-907E-6BB4E95C14F8}" srcOrd="1" destOrd="0" presId="urn:microsoft.com/office/officeart/2005/8/layout/hierarchy1"/>
    <dgm:cxn modelId="{0258A13E-AD02-4DC3-8FCD-56705640014E}" type="presParOf" srcId="{C4807ECD-B64D-4EE2-869F-7B691BC03BDA}" destId="{7EE23405-1DC5-47B9-973E-FE929C58D1C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0E9234-0F2A-42A6-8D94-F352EF147EB4}">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5ABAD0-7F9E-4330-BB2C-2E789904AF4D}">
      <dsp:nvSpPr>
        <dsp:cNvPr id="0" name=""/>
        <dsp:cNvSpPr/>
      </dsp:nvSpPr>
      <dsp:spPr>
        <a:xfrm>
          <a:off x="376522" y="280590"/>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90DB4A-3F80-4B0B-97D1-C500FB23671D}">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b="1" kern="1200"/>
            <a:t>EdgeCast-32</a:t>
          </a:r>
          <a:r>
            <a:rPr lang="en-US" sz="1700" kern="1200"/>
            <a:t> is a low-cost, portable offline content delivery system designed using the ESP32 microcontroller. It addresses the challenges of unreliable internet connectivity, high data costs, and lack of accessible digital learning in remote and restricted environments.</a:t>
          </a:r>
        </a:p>
      </dsp:txBody>
      <dsp:txXfrm>
        <a:off x="1437631" y="531"/>
        <a:ext cx="9077968" cy="1244702"/>
      </dsp:txXfrm>
    </dsp:sp>
    <dsp:sp modelId="{E617EEFC-6A2F-42CA-821E-670C8BA2D7A6}">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DD5AC8-1258-4984-A05C-C6B02A191C16}">
      <dsp:nvSpPr>
        <dsp:cNvPr id="0" name=""/>
        <dsp:cNvSpPr/>
      </dsp:nvSpPr>
      <dsp:spPr>
        <a:xfrm>
          <a:off x="376522" y="1836468"/>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5593F0-F85B-4C92-B77D-8964333BFFC8}">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a:t>The system functions as a micro Content Delivery Network (CDN) by creating a local Wi-Fi hotspot that allows multiple users to access educational content such as videos and documents without requiring internet access. Content is stored on an SD card and streamed locally, ensuring fast and consistent delivery.</a:t>
          </a:r>
        </a:p>
      </dsp:txBody>
      <dsp:txXfrm>
        <a:off x="1437631" y="1556410"/>
        <a:ext cx="9077968" cy="1244702"/>
      </dsp:txXfrm>
    </dsp:sp>
    <dsp:sp modelId="{0CCBFE33-B059-41EA-81DF-CE24D4993738}">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4B0CC1-B8B6-468D-9685-E62901A2393B}">
      <dsp:nvSpPr>
        <dsp:cNvPr id="0" name=""/>
        <dsp:cNvSpPr/>
      </dsp:nvSpPr>
      <dsp:spPr>
        <a:xfrm>
          <a:off x="376522" y="3392347"/>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D6E97F-E6D8-4DD6-ABB8-7C2AE2E856AE}">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a:t>EdgeCast-32 is particularly useful in rural schools, industrial training centers, disaster zones, and areas with limited connectivity. It provides a scalable, energy-efficient, and secure solution for offline digital education and training.</a:t>
          </a:r>
        </a:p>
      </dsp:txBody>
      <dsp:txXfrm>
        <a:off x="1437631" y="3112289"/>
        <a:ext cx="9077968" cy="12447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9DA98E-3C3A-4AF0-B33B-BD2438FB9BA2}">
      <dsp:nvSpPr>
        <dsp:cNvPr id="0" name=""/>
        <dsp:cNvSpPr/>
      </dsp:nvSpPr>
      <dsp:spPr>
        <a:xfrm>
          <a:off x="1333" y="415608"/>
          <a:ext cx="1680794" cy="100847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Several existing solutions aim to deliver educational content in low-connectivity environments, but they have limitations:</a:t>
          </a:r>
        </a:p>
      </dsp:txBody>
      <dsp:txXfrm>
        <a:off x="1333" y="415608"/>
        <a:ext cx="1680794" cy="1008476"/>
      </dsp:txXfrm>
    </dsp:sp>
    <dsp:sp modelId="{131FDF6B-4779-4BE0-9D31-580A4E5366A5}">
      <dsp:nvSpPr>
        <dsp:cNvPr id="0" name=""/>
        <dsp:cNvSpPr/>
      </dsp:nvSpPr>
      <dsp:spPr>
        <a:xfrm>
          <a:off x="1850207" y="415608"/>
          <a:ext cx="1680794" cy="1008476"/>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1. Traditional Online Learning Platforms</a:t>
          </a:r>
          <a:endParaRPr lang="en-US" sz="1100" kern="1200"/>
        </a:p>
      </dsp:txBody>
      <dsp:txXfrm>
        <a:off x="1850207" y="415608"/>
        <a:ext cx="1680794" cy="1008476"/>
      </dsp:txXfrm>
    </dsp:sp>
    <dsp:sp modelId="{4F686752-E5E8-406A-8412-530872EA2473}">
      <dsp:nvSpPr>
        <dsp:cNvPr id="0" name=""/>
        <dsp:cNvSpPr/>
      </dsp:nvSpPr>
      <dsp:spPr>
        <a:xfrm>
          <a:off x="3699080" y="415608"/>
          <a:ext cx="1680794" cy="1008476"/>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Platforms like YouTube, Coursera, etc. </a:t>
          </a:r>
        </a:p>
      </dsp:txBody>
      <dsp:txXfrm>
        <a:off x="3699080" y="415608"/>
        <a:ext cx="1680794" cy="1008476"/>
      </dsp:txXfrm>
    </dsp:sp>
    <dsp:sp modelId="{D83A0948-9865-49D1-A27B-688D3505CB37}">
      <dsp:nvSpPr>
        <dsp:cNvPr id="0" name=""/>
        <dsp:cNvSpPr/>
      </dsp:nvSpPr>
      <dsp:spPr>
        <a:xfrm>
          <a:off x="5547954" y="415608"/>
          <a:ext cx="1680794" cy="1008476"/>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Require continuous internet access </a:t>
          </a:r>
        </a:p>
      </dsp:txBody>
      <dsp:txXfrm>
        <a:off x="5547954" y="415608"/>
        <a:ext cx="1680794" cy="1008476"/>
      </dsp:txXfrm>
    </dsp:sp>
    <dsp:sp modelId="{A8684FA4-C1C7-4C15-8B8A-F3689635AAF8}">
      <dsp:nvSpPr>
        <dsp:cNvPr id="0" name=""/>
        <dsp:cNvSpPr/>
      </dsp:nvSpPr>
      <dsp:spPr>
        <a:xfrm>
          <a:off x="7396827" y="415608"/>
          <a:ext cx="1680794" cy="1008476"/>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High data consumption </a:t>
          </a:r>
        </a:p>
      </dsp:txBody>
      <dsp:txXfrm>
        <a:off x="7396827" y="415608"/>
        <a:ext cx="1680794" cy="1008476"/>
      </dsp:txXfrm>
    </dsp:sp>
    <dsp:sp modelId="{7B4C7330-83A9-471A-B5DC-A6F797F7F602}">
      <dsp:nvSpPr>
        <dsp:cNvPr id="0" name=""/>
        <dsp:cNvSpPr/>
      </dsp:nvSpPr>
      <dsp:spPr>
        <a:xfrm>
          <a:off x="9245701" y="415608"/>
          <a:ext cx="1680794" cy="100847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Not suitable for remote or restricted areas </a:t>
          </a:r>
        </a:p>
      </dsp:txBody>
      <dsp:txXfrm>
        <a:off x="9245701" y="415608"/>
        <a:ext cx="1680794" cy="1008476"/>
      </dsp:txXfrm>
    </dsp:sp>
    <dsp:sp modelId="{DA14A789-33EA-4435-96E1-6186D289CA22}">
      <dsp:nvSpPr>
        <dsp:cNvPr id="0" name=""/>
        <dsp:cNvSpPr/>
      </dsp:nvSpPr>
      <dsp:spPr>
        <a:xfrm>
          <a:off x="1333" y="1592164"/>
          <a:ext cx="1680794" cy="1008476"/>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2. Offline Content Servers (e.g., Raspberry Pi-based systems)</a:t>
          </a:r>
          <a:endParaRPr lang="en-US" sz="1100" kern="1200"/>
        </a:p>
      </dsp:txBody>
      <dsp:txXfrm>
        <a:off x="1333" y="1592164"/>
        <a:ext cx="1680794" cy="1008476"/>
      </dsp:txXfrm>
    </dsp:sp>
    <dsp:sp modelId="{7DBE4667-5288-4994-A00D-2C1BD3B25937}">
      <dsp:nvSpPr>
        <dsp:cNvPr id="0" name=""/>
        <dsp:cNvSpPr/>
      </dsp:nvSpPr>
      <dsp:spPr>
        <a:xfrm>
          <a:off x="1850207" y="1592164"/>
          <a:ext cx="1680794" cy="1008476"/>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Provide local hosting of content </a:t>
          </a:r>
        </a:p>
      </dsp:txBody>
      <dsp:txXfrm>
        <a:off x="1850207" y="1592164"/>
        <a:ext cx="1680794" cy="1008476"/>
      </dsp:txXfrm>
    </dsp:sp>
    <dsp:sp modelId="{8E6C753E-1F88-4800-8F6C-8DDB8A248B9A}">
      <dsp:nvSpPr>
        <dsp:cNvPr id="0" name=""/>
        <dsp:cNvSpPr/>
      </dsp:nvSpPr>
      <dsp:spPr>
        <a:xfrm>
          <a:off x="3699080" y="1592164"/>
          <a:ext cx="1680794" cy="1008476"/>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Higher cost and power consumption </a:t>
          </a:r>
        </a:p>
      </dsp:txBody>
      <dsp:txXfrm>
        <a:off x="3699080" y="1592164"/>
        <a:ext cx="1680794" cy="1008476"/>
      </dsp:txXfrm>
    </dsp:sp>
    <dsp:sp modelId="{A9FC788A-2F85-4EDF-82C5-295C66AC9CC3}">
      <dsp:nvSpPr>
        <dsp:cNvPr id="0" name=""/>
        <dsp:cNvSpPr/>
      </dsp:nvSpPr>
      <dsp:spPr>
        <a:xfrm>
          <a:off x="5547954" y="1592164"/>
          <a:ext cx="1680794" cy="1008476"/>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Bulkier and less portable compared to ESP32 </a:t>
          </a:r>
        </a:p>
      </dsp:txBody>
      <dsp:txXfrm>
        <a:off x="5547954" y="1592164"/>
        <a:ext cx="1680794" cy="1008476"/>
      </dsp:txXfrm>
    </dsp:sp>
    <dsp:sp modelId="{3B867CB2-624C-4CA3-A728-D09FBC24AF4A}">
      <dsp:nvSpPr>
        <dsp:cNvPr id="0" name=""/>
        <dsp:cNvSpPr/>
      </dsp:nvSpPr>
      <dsp:spPr>
        <a:xfrm>
          <a:off x="7396827" y="1592164"/>
          <a:ext cx="1680794" cy="100847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3. Local File Sharing Methods</a:t>
          </a:r>
          <a:endParaRPr lang="en-US" sz="1100" kern="1200"/>
        </a:p>
      </dsp:txBody>
      <dsp:txXfrm>
        <a:off x="7396827" y="1592164"/>
        <a:ext cx="1680794" cy="1008476"/>
      </dsp:txXfrm>
    </dsp:sp>
    <dsp:sp modelId="{5BBC7A80-75F2-4013-964A-0343D2B1D05E}">
      <dsp:nvSpPr>
        <dsp:cNvPr id="0" name=""/>
        <dsp:cNvSpPr/>
      </dsp:nvSpPr>
      <dsp:spPr>
        <a:xfrm>
          <a:off x="9245701" y="1592164"/>
          <a:ext cx="1680794" cy="1008476"/>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USB drives, Bluetooth sharing </a:t>
          </a:r>
        </a:p>
      </dsp:txBody>
      <dsp:txXfrm>
        <a:off x="9245701" y="1592164"/>
        <a:ext cx="1680794" cy="1008476"/>
      </dsp:txXfrm>
    </dsp:sp>
    <dsp:sp modelId="{114465BB-10C6-4EC3-ADA9-1DBF67037800}">
      <dsp:nvSpPr>
        <dsp:cNvPr id="0" name=""/>
        <dsp:cNvSpPr/>
      </dsp:nvSpPr>
      <dsp:spPr>
        <a:xfrm>
          <a:off x="1333" y="2768720"/>
          <a:ext cx="1680794" cy="1008476"/>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Not scalable for multiple users </a:t>
          </a:r>
        </a:p>
      </dsp:txBody>
      <dsp:txXfrm>
        <a:off x="1333" y="2768720"/>
        <a:ext cx="1680794" cy="1008476"/>
      </dsp:txXfrm>
    </dsp:sp>
    <dsp:sp modelId="{AEE677BF-0696-4A0E-BC54-BFC6972EC2F1}">
      <dsp:nvSpPr>
        <dsp:cNvPr id="0" name=""/>
        <dsp:cNvSpPr/>
      </dsp:nvSpPr>
      <dsp:spPr>
        <a:xfrm>
          <a:off x="1850207" y="2768720"/>
          <a:ext cx="1680794" cy="1008476"/>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No centralized control or streaming capability </a:t>
          </a:r>
        </a:p>
      </dsp:txBody>
      <dsp:txXfrm>
        <a:off x="1850207" y="2768720"/>
        <a:ext cx="1680794" cy="1008476"/>
      </dsp:txXfrm>
    </dsp:sp>
    <dsp:sp modelId="{4DB8CDAA-C16A-4387-9A89-109289E206C7}">
      <dsp:nvSpPr>
        <dsp:cNvPr id="0" name=""/>
        <dsp:cNvSpPr/>
      </dsp:nvSpPr>
      <dsp:spPr>
        <a:xfrm>
          <a:off x="3699080" y="2768720"/>
          <a:ext cx="1680794" cy="1008476"/>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4. Existing CDN Systems</a:t>
          </a:r>
          <a:endParaRPr lang="en-US" sz="1100" kern="1200"/>
        </a:p>
      </dsp:txBody>
      <dsp:txXfrm>
        <a:off x="3699080" y="2768720"/>
        <a:ext cx="1680794" cy="1008476"/>
      </dsp:txXfrm>
    </dsp:sp>
    <dsp:sp modelId="{9B381494-6800-497A-85F5-DD0700F71F34}">
      <dsp:nvSpPr>
        <dsp:cNvPr id="0" name=""/>
        <dsp:cNvSpPr/>
      </dsp:nvSpPr>
      <dsp:spPr>
        <a:xfrm>
          <a:off x="5547954" y="2768720"/>
          <a:ext cx="1680794" cy="100847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Designed for high-speed internet environments </a:t>
          </a:r>
        </a:p>
      </dsp:txBody>
      <dsp:txXfrm>
        <a:off x="5547954" y="2768720"/>
        <a:ext cx="1680794" cy="1008476"/>
      </dsp:txXfrm>
    </dsp:sp>
    <dsp:sp modelId="{F67D25E4-B07F-468A-919C-3EE92CECA1E7}">
      <dsp:nvSpPr>
        <dsp:cNvPr id="0" name=""/>
        <dsp:cNvSpPr/>
      </dsp:nvSpPr>
      <dsp:spPr>
        <a:xfrm>
          <a:off x="7396827" y="2768720"/>
          <a:ext cx="1680794" cy="1008476"/>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Expensive and infrastructure-heavy </a:t>
          </a:r>
        </a:p>
      </dsp:txBody>
      <dsp:txXfrm>
        <a:off x="7396827" y="2768720"/>
        <a:ext cx="1680794" cy="1008476"/>
      </dsp:txXfrm>
    </dsp:sp>
    <dsp:sp modelId="{8C167383-1543-463A-AA56-15DDDBA1E543}">
      <dsp:nvSpPr>
        <dsp:cNvPr id="0" name=""/>
        <dsp:cNvSpPr/>
      </dsp:nvSpPr>
      <dsp:spPr>
        <a:xfrm>
          <a:off x="9245701" y="2768720"/>
          <a:ext cx="1680794" cy="1008476"/>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Not feasible for rural or offline scenarios</a:t>
          </a:r>
        </a:p>
      </dsp:txBody>
      <dsp:txXfrm>
        <a:off x="9245701" y="2768720"/>
        <a:ext cx="1680794" cy="10084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81D89-753C-4BCF-A321-D69AB05C50A5}">
      <dsp:nvSpPr>
        <dsp:cNvPr id="0" name=""/>
        <dsp:cNvSpPr/>
      </dsp:nvSpPr>
      <dsp:spPr>
        <a:xfrm>
          <a:off x="0" y="67038"/>
          <a:ext cx="6666833" cy="51904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a:t>Overview</a:t>
          </a:r>
          <a:endParaRPr lang="en-US" sz="1300" kern="1200"/>
        </a:p>
      </dsp:txBody>
      <dsp:txXfrm>
        <a:off x="25337" y="92375"/>
        <a:ext cx="6616159" cy="468367"/>
      </dsp:txXfrm>
    </dsp:sp>
    <dsp:sp modelId="{86779049-8FD9-45A6-A992-E60C11E21846}">
      <dsp:nvSpPr>
        <dsp:cNvPr id="0" name=""/>
        <dsp:cNvSpPr/>
      </dsp:nvSpPr>
      <dsp:spPr>
        <a:xfrm>
          <a:off x="0" y="623519"/>
          <a:ext cx="6666833" cy="519041"/>
        </a:xfrm>
        <a:prstGeom prst="roundRect">
          <a:avLst/>
        </a:prstGeom>
        <a:gradFill rotWithShape="0">
          <a:gsLst>
            <a:gs pos="0">
              <a:schemeClr val="accent2">
                <a:hueOff val="1073936"/>
                <a:satOff val="-3082"/>
                <a:lumOff val="-4935"/>
                <a:alphaOff val="0"/>
                <a:satMod val="103000"/>
                <a:lumMod val="102000"/>
                <a:tint val="94000"/>
              </a:schemeClr>
            </a:gs>
            <a:gs pos="50000">
              <a:schemeClr val="accent2">
                <a:hueOff val="1073936"/>
                <a:satOff val="-3082"/>
                <a:lumOff val="-4935"/>
                <a:alphaOff val="0"/>
                <a:satMod val="110000"/>
                <a:lumMod val="100000"/>
                <a:shade val="100000"/>
              </a:schemeClr>
            </a:gs>
            <a:gs pos="100000">
              <a:schemeClr val="accent2">
                <a:hueOff val="1073936"/>
                <a:satOff val="-3082"/>
                <a:lumOff val="-493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EdgeCast-32 follows a simple and efficient architecture where the ESP32 acts as a local server and Wi-Fi access point.</a:t>
          </a:r>
        </a:p>
      </dsp:txBody>
      <dsp:txXfrm>
        <a:off x="25337" y="648856"/>
        <a:ext cx="6616159" cy="468367"/>
      </dsp:txXfrm>
    </dsp:sp>
    <dsp:sp modelId="{2DDDF383-87D5-439F-A9AB-03FB50073488}">
      <dsp:nvSpPr>
        <dsp:cNvPr id="0" name=""/>
        <dsp:cNvSpPr/>
      </dsp:nvSpPr>
      <dsp:spPr>
        <a:xfrm>
          <a:off x="0" y="1180000"/>
          <a:ext cx="6666833" cy="519041"/>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b="1" kern="1200"/>
            <a:t>Components</a:t>
          </a:r>
          <a:endParaRPr lang="en-US" sz="1300" kern="1200"/>
        </a:p>
      </dsp:txBody>
      <dsp:txXfrm>
        <a:off x="25337" y="1205337"/>
        <a:ext cx="6616159" cy="468367"/>
      </dsp:txXfrm>
    </dsp:sp>
    <dsp:sp modelId="{B0121262-8F64-477D-AE8A-F41812253C19}">
      <dsp:nvSpPr>
        <dsp:cNvPr id="0" name=""/>
        <dsp:cNvSpPr/>
      </dsp:nvSpPr>
      <dsp:spPr>
        <a:xfrm>
          <a:off x="0" y="1736481"/>
          <a:ext cx="6666833" cy="519041"/>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b="1" kern="1200"/>
            <a:t>ESP32 Microcontroller</a:t>
          </a:r>
          <a:r>
            <a:rPr lang="en-IN" sz="1300" kern="1200"/>
            <a:t> </a:t>
          </a:r>
          <a:endParaRPr lang="en-US" sz="1300" kern="1200"/>
        </a:p>
      </dsp:txBody>
      <dsp:txXfrm>
        <a:off x="25337" y="1761818"/>
        <a:ext cx="6616159" cy="468367"/>
      </dsp:txXfrm>
    </dsp:sp>
    <dsp:sp modelId="{0C58F28B-8908-4577-891E-A05EEFE9BEEF}">
      <dsp:nvSpPr>
        <dsp:cNvPr id="0" name=""/>
        <dsp:cNvSpPr/>
      </dsp:nvSpPr>
      <dsp:spPr>
        <a:xfrm>
          <a:off x="0" y="2255523"/>
          <a:ext cx="6666833" cy="524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16510" rIns="92456" bIns="16510" numCol="1" spcCol="1270" anchor="t" anchorCtr="0">
          <a:noAutofit/>
        </a:bodyPr>
        <a:lstStyle/>
        <a:p>
          <a:pPr marL="57150" lvl="1" indent="-57150" algn="l" defTabSz="444500">
            <a:lnSpc>
              <a:spcPct val="90000"/>
            </a:lnSpc>
            <a:spcBef>
              <a:spcPct val="0"/>
            </a:spcBef>
            <a:spcAft>
              <a:spcPct val="20000"/>
            </a:spcAft>
            <a:buChar char="•"/>
          </a:pPr>
          <a:r>
            <a:rPr lang="en-IN" sz="1000" kern="1200"/>
            <a:t>Core processing unit </a:t>
          </a:r>
          <a:endParaRPr lang="en-US" sz="1000" kern="1200"/>
        </a:p>
        <a:p>
          <a:pPr marL="57150" lvl="1" indent="-57150" algn="l" defTabSz="444500">
            <a:lnSpc>
              <a:spcPct val="90000"/>
            </a:lnSpc>
            <a:spcBef>
              <a:spcPct val="0"/>
            </a:spcBef>
            <a:spcAft>
              <a:spcPct val="20000"/>
            </a:spcAft>
            <a:buChar char="•"/>
          </a:pPr>
          <a:r>
            <a:rPr lang="en-IN" sz="1000" kern="1200"/>
            <a:t>Hosts web server </a:t>
          </a:r>
          <a:endParaRPr lang="en-US" sz="1000" kern="1200"/>
        </a:p>
        <a:p>
          <a:pPr marL="57150" lvl="1" indent="-57150" algn="l" defTabSz="444500">
            <a:lnSpc>
              <a:spcPct val="90000"/>
            </a:lnSpc>
            <a:spcBef>
              <a:spcPct val="0"/>
            </a:spcBef>
            <a:spcAft>
              <a:spcPct val="20000"/>
            </a:spcAft>
            <a:buChar char="•"/>
          </a:pPr>
          <a:r>
            <a:rPr lang="en-IN" sz="1000" kern="1200"/>
            <a:t>Creates Wi-Fi hotspot </a:t>
          </a:r>
          <a:endParaRPr lang="en-US" sz="1000" kern="1200"/>
        </a:p>
      </dsp:txBody>
      <dsp:txXfrm>
        <a:off x="0" y="2255523"/>
        <a:ext cx="6666833" cy="524745"/>
      </dsp:txXfrm>
    </dsp:sp>
    <dsp:sp modelId="{338D220B-C4C9-4486-972A-C30998E937DE}">
      <dsp:nvSpPr>
        <dsp:cNvPr id="0" name=""/>
        <dsp:cNvSpPr/>
      </dsp:nvSpPr>
      <dsp:spPr>
        <a:xfrm>
          <a:off x="0" y="2780268"/>
          <a:ext cx="6666833" cy="519041"/>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b="1" kern="1200"/>
            <a:t>SD Card Module</a:t>
          </a:r>
          <a:r>
            <a:rPr lang="en-IN" sz="1300" kern="1200"/>
            <a:t> </a:t>
          </a:r>
          <a:endParaRPr lang="en-US" sz="1300" kern="1200"/>
        </a:p>
      </dsp:txBody>
      <dsp:txXfrm>
        <a:off x="25337" y="2805605"/>
        <a:ext cx="6616159" cy="468367"/>
      </dsp:txXfrm>
    </dsp:sp>
    <dsp:sp modelId="{C7ED5C12-277F-45E2-A7FC-3B5FFF62E9FD}">
      <dsp:nvSpPr>
        <dsp:cNvPr id="0" name=""/>
        <dsp:cNvSpPr/>
      </dsp:nvSpPr>
      <dsp:spPr>
        <a:xfrm>
          <a:off x="0" y="3299309"/>
          <a:ext cx="6666833" cy="349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16510" rIns="92456" bIns="16510" numCol="1" spcCol="1270" anchor="t" anchorCtr="0">
          <a:noAutofit/>
        </a:bodyPr>
        <a:lstStyle/>
        <a:p>
          <a:pPr marL="57150" lvl="1" indent="-57150" algn="l" defTabSz="444500">
            <a:lnSpc>
              <a:spcPct val="90000"/>
            </a:lnSpc>
            <a:spcBef>
              <a:spcPct val="0"/>
            </a:spcBef>
            <a:spcAft>
              <a:spcPct val="20000"/>
            </a:spcAft>
            <a:buChar char="•"/>
          </a:pPr>
          <a:r>
            <a:rPr lang="en-IN" sz="1000" kern="1200"/>
            <a:t>Stores videos and learning materials </a:t>
          </a:r>
          <a:endParaRPr lang="en-US" sz="1000" kern="1200"/>
        </a:p>
        <a:p>
          <a:pPr marL="57150" lvl="1" indent="-57150" algn="l" defTabSz="444500">
            <a:lnSpc>
              <a:spcPct val="90000"/>
            </a:lnSpc>
            <a:spcBef>
              <a:spcPct val="0"/>
            </a:spcBef>
            <a:spcAft>
              <a:spcPct val="20000"/>
            </a:spcAft>
            <a:buChar char="•"/>
          </a:pPr>
          <a:r>
            <a:rPr lang="en-IN" sz="1000" kern="1200"/>
            <a:t>Acts as content repository </a:t>
          </a:r>
          <a:endParaRPr lang="en-US" sz="1000" kern="1200"/>
        </a:p>
      </dsp:txBody>
      <dsp:txXfrm>
        <a:off x="0" y="3299309"/>
        <a:ext cx="6666833" cy="349830"/>
      </dsp:txXfrm>
    </dsp:sp>
    <dsp:sp modelId="{E6608AC8-D47B-4EF3-B47E-E5B5B97D1F71}">
      <dsp:nvSpPr>
        <dsp:cNvPr id="0" name=""/>
        <dsp:cNvSpPr/>
      </dsp:nvSpPr>
      <dsp:spPr>
        <a:xfrm>
          <a:off x="0" y="3649139"/>
          <a:ext cx="6666833" cy="519041"/>
        </a:xfrm>
        <a:prstGeom prst="roundRect">
          <a:avLst/>
        </a:prstGeom>
        <a:gradFill rotWithShape="0">
          <a:gsLst>
            <a:gs pos="0">
              <a:schemeClr val="accent2">
                <a:hueOff val="5369678"/>
                <a:satOff val="-15411"/>
                <a:lumOff val="-24674"/>
                <a:alphaOff val="0"/>
                <a:satMod val="103000"/>
                <a:lumMod val="102000"/>
                <a:tint val="94000"/>
              </a:schemeClr>
            </a:gs>
            <a:gs pos="50000">
              <a:schemeClr val="accent2">
                <a:hueOff val="5369678"/>
                <a:satOff val="-15411"/>
                <a:lumOff val="-24674"/>
                <a:alphaOff val="0"/>
                <a:satMod val="110000"/>
                <a:lumMod val="100000"/>
                <a:shade val="100000"/>
              </a:schemeClr>
            </a:gs>
            <a:gs pos="100000">
              <a:schemeClr val="accent2">
                <a:hueOff val="5369678"/>
                <a:satOff val="-15411"/>
                <a:lumOff val="-2467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b="1" kern="1200"/>
            <a:t>Wi-Fi Access Point</a:t>
          </a:r>
          <a:r>
            <a:rPr lang="en-IN" sz="1300" kern="1200"/>
            <a:t> </a:t>
          </a:r>
          <a:endParaRPr lang="en-US" sz="1300" kern="1200"/>
        </a:p>
      </dsp:txBody>
      <dsp:txXfrm>
        <a:off x="25337" y="3674476"/>
        <a:ext cx="6616159" cy="468367"/>
      </dsp:txXfrm>
    </dsp:sp>
    <dsp:sp modelId="{437105D7-EEAE-47C9-B94F-883A645ECBAF}">
      <dsp:nvSpPr>
        <dsp:cNvPr id="0" name=""/>
        <dsp:cNvSpPr/>
      </dsp:nvSpPr>
      <dsp:spPr>
        <a:xfrm>
          <a:off x="0" y="4168180"/>
          <a:ext cx="6666833" cy="349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16510" rIns="92456" bIns="16510" numCol="1" spcCol="1270" anchor="t" anchorCtr="0">
          <a:noAutofit/>
        </a:bodyPr>
        <a:lstStyle/>
        <a:p>
          <a:pPr marL="57150" lvl="1" indent="-57150" algn="l" defTabSz="444500">
            <a:lnSpc>
              <a:spcPct val="90000"/>
            </a:lnSpc>
            <a:spcBef>
              <a:spcPct val="0"/>
            </a:spcBef>
            <a:spcAft>
              <a:spcPct val="20000"/>
            </a:spcAft>
            <a:buChar char="•"/>
          </a:pPr>
          <a:r>
            <a:rPr lang="en-IN" sz="1000" kern="1200"/>
            <a:t>ESP32 broadcasts local network </a:t>
          </a:r>
          <a:endParaRPr lang="en-US" sz="1000" kern="1200"/>
        </a:p>
        <a:p>
          <a:pPr marL="57150" lvl="1" indent="-57150" algn="l" defTabSz="444500">
            <a:lnSpc>
              <a:spcPct val="90000"/>
            </a:lnSpc>
            <a:spcBef>
              <a:spcPct val="0"/>
            </a:spcBef>
            <a:spcAft>
              <a:spcPct val="20000"/>
            </a:spcAft>
            <a:buChar char="•"/>
          </a:pPr>
          <a:r>
            <a:rPr lang="en-IN" sz="1000" kern="1200"/>
            <a:t>Users connect via mobile/laptop </a:t>
          </a:r>
          <a:endParaRPr lang="en-US" sz="1000" kern="1200"/>
        </a:p>
      </dsp:txBody>
      <dsp:txXfrm>
        <a:off x="0" y="4168180"/>
        <a:ext cx="6666833" cy="349830"/>
      </dsp:txXfrm>
    </dsp:sp>
    <dsp:sp modelId="{F540D34E-6766-44A8-A518-285B22E0863F}">
      <dsp:nvSpPr>
        <dsp:cNvPr id="0" name=""/>
        <dsp:cNvSpPr/>
      </dsp:nvSpPr>
      <dsp:spPr>
        <a:xfrm>
          <a:off x="0" y="4518010"/>
          <a:ext cx="6666833" cy="519041"/>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b="1" kern="1200"/>
            <a:t>Client Devices</a:t>
          </a:r>
          <a:r>
            <a:rPr lang="en-IN" sz="1300" kern="1200"/>
            <a:t> </a:t>
          </a:r>
          <a:endParaRPr lang="en-US" sz="1300" kern="1200"/>
        </a:p>
      </dsp:txBody>
      <dsp:txXfrm>
        <a:off x="25337" y="4543347"/>
        <a:ext cx="6616159" cy="468367"/>
      </dsp:txXfrm>
    </dsp:sp>
    <dsp:sp modelId="{377DA4E0-B23C-402A-A55F-7931F19E9472}">
      <dsp:nvSpPr>
        <dsp:cNvPr id="0" name=""/>
        <dsp:cNvSpPr/>
      </dsp:nvSpPr>
      <dsp:spPr>
        <a:xfrm>
          <a:off x="0" y="5037051"/>
          <a:ext cx="6666833" cy="349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16510" rIns="92456" bIns="16510" numCol="1" spcCol="1270" anchor="t" anchorCtr="0">
          <a:noAutofit/>
        </a:bodyPr>
        <a:lstStyle/>
        <a:p>
          <a:pPr marL="57150" lvl="1" indent="-57150" algn="l" defTabSz="444500">
            <a:lnSpc>
              <a:spcPct val="90000"/>
            </a:lnSpc>
            <a:spcBef>
              <a:spcPct val="0"/>
            </a:spcBef>
            <a:spcAft>
              <a:spcPct val="20000"/>
            </a:spcAft>
            <a:buChar char="•"/>
          </a:pPr>
          <a:r>
            <a:rPr lang="en-IN" sz="1000" kern="1200"/>
            <a:t>Smartphones, tablets, laptops </a:t>
          </a:r>
          <a:endParaRPr lang="en-US" sz="1000" kern="1200"/>
        </a:p>
        <a:p>
          <a:pPr marL="57150" lvl="1" indent="-57150" algn="l" defTabSz="444500">
            <a:lnSpc>
              <a:spcPct val="90000"/>
            </a:lnSpc>
            <a:spcBef>
              <a:spcPct val="0"/>
            </a:spcBef>
            <a:spcAft>
              <a:spcPct val="20000"/>
            </a:spcAft>
            <a:buChar char="•"/>
          </a:pPr>
          <a:r>
            <a:rPr lang="en-IN" sz="1000" kern="1200"/>
            <a:t>Access content through browser</a:t>
          </a:r>
          <a:endParaRPr lang="en-US" sz="1000" kern="1200"/>
        </a:p>
      </dsp:txBody>
      <dsp:txXfrm>
        <a:off x="0" y="5037051"/>
        <a:ext cx="6666833" cy="3498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FB527E-90A7-4CEE-8E90-C706F0620084}">
      <dsp:nvSpPr>
        <dsp:cNvPr id="0" name=""/>
        <dsp:cNvSpPr/>
      </dsp:nvSpPr>
      <dsp:spPr>
        <a:xfrm>
          <a:off x="684914" y="1016402"/>
          <a:ext cx="1098000" cy="1098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519714-E9F1-4467-981C-D51539122555}">
      <dsp:nvSpPr>
        <dsp:cNvPr id="0" name=""/>
        <dsp:cNvSpPr/>
      </dsp:nvSpPr>
      <dsp:spPr>
        <a:xfrm>
          <a:off x="918914" y="12504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C84DF2-980B-4CDE-8083-858C23234921}">
      <dsp:nvSpPr>
        <dsp:cNvPr id="0" name=""/>
        <dsp:cNvSpPr/>
      </dsp:nvSpPr>
      <dsp:spPr>
        <a:xfrm>
          <a:off x="33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a:t>Content is uploaded to SD card </a:t>
          </a:r>
          <a:endParaRPr lang="en-US" sz="1500" kern="1200"/>
        </a:p>
      </dsp:txBody>
      <dsp:txXfrm>
        <a:off x="333914" y="2456402"/>
        <a:ext cx="1800000" cy="720000"/>
      </dsp:txXfrm>
    </dsp:sp>
    <dsp:sp modelId="{C46C491D-8FB8-4094-A2B0-CA929EC31155}">
      <dsp:nvSpPr>
        <dsp:cNvPr id="0" name=""/>
        <dsp:cNvSpPr/>
      </dsp:nvSpPr>
      <dsp:spPr>
        <a:xfrm>
          <a:off x="2799914" y="1016402"/>
          <a:ext cx="1098000" cy="1098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902A8A-6D02-4D03-B41F-5E5D775C964C}">
      <dsp:nvSpPr>
        <dsp:cNvPr id="0" name=""/>
        <dsp:cNvSpPr/>
      </dsp:nvSpPr>
      <dsp:spPr>
        <a:xfrm>
          <a:off x="3033914" y="12504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8DBFBA-2996-4A00-85E6-E39EAB115567}">
      <dsp:nvSpPr>
        <dsp:cNvPr id="0" name=""/>
        <dsp:cNvSpPr/>
      </dsp:nvSpPr>
      <dsp:spPr>
        <a:xfrm>
          <a:off x="244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a:t>ESP32 starts Wi-Fi hotspot </a:t>
          </a:r>
          <a:endParaRPr lang="en-US" sz="1500" kern="1200"/>
        </a:p>
      </dsp:txBody>
      <dsp:txXfrm>
        <a:off x="2448914" y="2456402"/>
        <a:ext cx="1800000" cy="720000"/>
      </dsp:txXfrm>
    </dsp:sp>
    <dsp:sp modelId="{ED0C144A-8B92-4564-A1AF-9A77248B99D6}">
      <dsp:nvSpPr>
        <dsp:cNvPr id="0" name=""/>
        <dsp:cNvSpPr/>
      </dsp:nvSpPr>
      <dsp:spPr>
        <a:xfrm>
          <a:off x="4914914" y="1016402"/>
          <a:ext cx="1098000" cy="1098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1E4D43-74BA-43A7-8A40-E20786058DAD}">
      <dsp:nvSpPr>
        <dsp:cNvPr id="0" name=""/>
        <dsp:cNvSpPr/>
      </dsp:nvSpPr>
      <dsp:spPr>
        <a:xfrm>
          <a:off x="5148914" y="12504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C3DA87-0738-422E-A353-8DD37575E161}">
      <dsp:nvSpPr>
        <dsp:cNvPr id="0" name=""/>
        <dsp:cNvSpPr/>
      </dsp:nvSpPr>
      <dsp:spPr>
        <a:xfrm>
          <a:off x="456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a:t>Users connect to the network </a:t>
          </a:r>
          <a:endParaRPr lang="en-US" sz="1500" kern="1200"/>
        </a:p>
      </dsp:txBody>
      <dsp:txXfrm>
        <a:off x="4563914" y="2456402"/>
        <a:ext cx="1800000" cy="720000"/>
      </dsp:txXfrm>
    </dsp:sp>
    <dsp:sp modelId="{2B11A0FF-4810-4775-8965-6521E2841F42}">
      <dsp:nvSpPr>
        <dsp:cNvPr id="0" name=""/>
        <dsp:cNvSpPr/>
      </dsp:nvSpPr>
      <dsp:spPr>
        <a:xfrm>
          <a:off x="7029914" y="1016402"/>
          <a:ext cx="1098000" cy="1098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9A3465-80E3-4C55-A63E-E015750164C0}">
      <dsp:nvSpPr>
        <dsp:cNvPr id="0" name=""/>
        <dsp:cNvSpPr/>
      </dsp:nvSpPr>
      <dsp:spPr>
        <a:xfrm>
          <a:off x="7263914" y="12504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DB3843-BF03-44B9-B790-014BB5ABB854}">
      <dsp:nvSpPr>
        <dsp:cNvPr id="0" name=""/>
        <dsp:cNvSpPr/>
      </dsp:nvSpPr>
      <dsp:spPr>
        <a:xfrm>
          <a:off x="667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a:t>Users open a local web interface </a:t>
          </a:r>
          <a:endParaRPr lang="en-US" sz="1500" kern="1200"/>
        </a:p>
      </dsp:txBody>
      <dsp:txXfrm>
        <a:off x="6678914" y="2456402"/>
        <a:ext cx="1800000" cy="720000"/>
      </dsp:txXfrm>
    </dsp:sp>
    <dsp:sp modelId="{3E96919E-BCC0-4977-B94A-018D87F034DF}">
      <dsp:nvSpPr>
        <dsp:cNvPr id="0" name=""/>
        <dsp:cNvSpPr/>
      </dsp:nvSpPr>
      <dsp:spPr>
        <a:xfrm>
          <a:off x="9144914" y="1016402"/>
          <a:ext cx="1098000" cy="1098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243E22-6421-4C97-B250-8E38F175F9C7}">
      <dsp:nvSpPr>
        <dsp:cNvPr id="0" name=""/>
        <dsp:cNvSpPr/>
      </dsp:nvSpPr>
      <dsp:spPr>
        <a:xfrm>
          <a:off x="9378914" y="1250402"/>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EEC15A-1628-4DF6-BF78-DD26372C699A}">
      <dsp:nvSpPr>
        <dsp:cNvPr id="0" name=""/>
        <dsp:cNvSpPr/>
      </dsp:nvSpPr>
      <dsp:spPr>
        <a:xfrm>
          <a:off x="879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b="0" i="0" kern="1200" baseline="0"/>
            <a:t>Content is streamed directly from ESP32 </a:t>
          </a:r>
          <a:endParaRPr lang="en-US" sz="1500" kern="1200"/>
        </a:p>
      </dsp:txBody>
      <dsp:txXfrm>
        <a:off x="8793914" y="2456402"/>
        <a:ext cx="180000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69AA48-CCC9-4E80-8C9F-391E741DC2EC}">
      <dsp:nvSpPr>
        <dsp:cNvPr id="0" name=""/>
        <dsp:cNvSpPr/>
      </dsp:nvSpPr>
      <dsp:spPr>
        <a:xfrm>
          <a:off x="0"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DD15EA-2DC5-45D1-9B99-9BA0A3351AFC}">
      <dsp:nvSpPr>
        <dsp:cNvPr id="0" name=""/>
        <dsp:cNvSpPr/>
      </dsp:nvSpPr>
      <dsp:spPr>
        <a:xfrm>
          <a:off x="341494"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IN" sz="3700" kern="1200"/>
            <a:t>Topic : Off-Learn using ESP32</a:t>
          </a:r>
          <a:endParaRPr lang="en-US" sz="3700" kern="1200"/>
        </a:p>
      </dsp:txBody>
      <dsp:txXfrm>
        <a:off x="398656" y="1088253"/>
        <a:ext cx="2959127" cy="1837317"/>
      </dsp:txXfrm>
    </dsp:sp>
    <dsp:sp modelId="{CB319FAC-955E-4FBE-AB32-51E717553E6B}">
      <dsp:nvSpPr>
        <dsp:cNvPr id="0" name=""/>
        <dsp:cNvSpPr/>
      </dsp:nvSpPr>
      <dsp:spPr>
        <a:xfrm>
          <a:off x="3756441"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B6D9A2-3984-4362-8CA4-E2D541A4B878}">
      <dsp:nvSpPr>
        <dsp:cNvPr id="0" name=""/>
        <dsp:cNvSpPr/>
      </dsp:nvSpPr>
      <dsp:spPr>
        <a:xfrm>
          <a:off x="4097935"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IN" sz="3700" kern="1200"/>
            <a:t>Frontend: HTML, CSS, JS</a:t>
          </a:r>
          <a:endParaRPr lang="en-US" sz="3700" kern="1200"/>
        </a:p>
      </dsp:txBody>
      <dsp:txXfrm>
        <a:off x="4155097" y="1088253"/>
        <a:ext cx="2959127" cy="1837317"/>
      </dsp:txXfrm>
    </dsp:sp>
    <dsp:sp modelId="{7392829D-6D72-4DCE-919C-DB9A18088A22}">
      <dsp:nvSpPr>
        <dsp:cNvPr id="0" name=""/>
        <dsp:cNvSpPr/>
      </dsp:nvSpPr>
      <dsp:spPr>
        <a:xfrm>
          <a:off x="7512882" y="706671"/>
          <a:ext cx="3073451" cy="195164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8E4A4C-2E8B-4ECE-907E-6BB4E95C14F8}">
      <dsp:nvSpPr>
        <dsp:cNvPr id="0" name=""/>
        <dsp:cNvSpPr/>
      </dsp:nvSpPr>
      <dsp:spPr>
        <a:xfrm>
          <a:off x="7854377" y="1031091"/>
          <a:ext cx="3073451" cy="195164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IN" sz="3700" kern="1200"/>
            <a:t>Backend: Arduino</a:t>
          </a:r>
          <a:endParaRPr lang="en-US" sz="3700" kern="1200"/>
        </a:p>
      </dsp:txBody>
      <dsp:txXfrm>
        <a:off x="7911539" y="1088253"/>
        <a:ext cx="2959127" cy="183731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729F5-CB6F-4C6E-2605-3442E2BB27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2F6569-C92B-FF5F-62A3-CACE830164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1E6BF70-CFF9-3C6E-C269-71A14BBEAA8A}"/>
              </a:ext>
            </a:extLst>
          </p:cNvPr>
          <p:cNvSpPr>
            <a:spLocks noGrp="1"/>
          </p:cNvSpPr>
          <p:nvPr>
            <p:ph type="dt" sz="half" idx="10"/>
          </p:nvPr>
        </p:nvSpPr>
        <p:spPr/>
        <p:txBody>
          <a:bodyPr/>
          <a:lstStyle/>
          <a:p>
            <a:fld id="{EB9A256A-21A1-4DAE-B952-5FF6431D0FF5}" type="datetimeFigureOut">
              <a:rPr lang="en-IN" smtClean="0"/>
              <a:t>16-04-2026</a:t>
            </a:fld>
            <a:endParaRPr lang="en-IN"/>
          </a:p>
        </p:txBody>
      </p:sp>
      <p:sp>
        <p:nvSpPr>
          <p:cNvPr id="5" name="Footer Placeholder 4">
            <a:extLst>
              <a:ext uri="{FF2B5EF4-FFF2-40B4-BE49-F238E27FC236}">
                <a16:creationId xmlns:a16="http://schemas.microsoft.com/office/drawing/2014/main" id="{ACB71D0B-D183-FAD0-2202-6684C1E757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B07457-2EA6-6C54-11B1-574F65400244}"/>
              </a:ext>
            </a:extLst>
          </p:cNvPr>
          <p:cNvSpPr>
            <a:spLocks noGrp="1"/>
          </p:cNvSpPr>
          <p:nvPr>
            <p:ph type="sldNum" sz="quarter" idx="12"/>
          </p:nvPr>
        </p:nvSpPr>
        <p:spPr/>
        <p:txBody>
          <a:bodyPr/>
          <a:lstStyle/>
          <a:p>
            <a:fld id="{91FEDC3D-EBC5-4389-991B-8C76B2F65994}" type="slidenum">
              <a:rPr lang="en-IN" smtClean="0"/>
              <a:t>‹#›</a:t>
            </a:fld>
            <a:endParaRPr lang="en-IN"/>
          </a:p>
        </p:txBody>
      </p:sp>
    </p:spTree>
    <p:extLst>
      <p:ext uri="{BB962C8B-B14F-4D97-AF65-F5344CB8AC3E}">
        <p14:creationId xmlns:p14="http://schemas.microsoft.com/office/powerpoint/2010/main" val="1785506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472DC-7EC3-86CD-2E13-AFE92F854D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7469E5-2230-B109-FC7D-84441D9C02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1A816A-5EEF-57BE-59FA-11B380233A38}"/>
              </a:ext>
            </a:extLst>
          </p:cNvPr>
          <p:cNvSpPr>
            <a:spLocks noGrp="1"/>
          </p:cNvSpPr>
          <p:nvPr>
            <p:ph type="dt" sz="half" idx="10"/>
          </p:nvPr>
        </p:nvSpPr>
        <p:spPr/>
        <p:txBody>
          <a:bodyPr/>
          <a:lstStyle/>
          <a:p>
            <a:fld id="{EB9A256A-21A1-4DAE-B952-5FF6431D0FF5}" type="datetimeFigureOut">
              <a:rPr lang="en-IN" smtClean="0"/>
              <a:t>16-04-2026</a:t>
            </a:fld>
            <a:endParaRPr lang="en-IN"/>
          </a:p>
        </p:txBody>
      </p:sp>
      <p:sp>
        <p:nvSpPr>
          <p:cNvPr id="5" name="Footer Placeholder 4">
            <a:extLst>
              <a:ext uri="{FF2B5EF4-FFF2-40B4-BE49-F238E27FC236}">
                <a16:creationId xmlns:a16="http://schemas.microsoft.com/office/drawing/2014/main" id="{D2400E76-8CCC-3A96-A79A-79D940B6E9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0B93E9-E4CC-854B-2CBB-C14677D9BCEF}"/>
              </a:ext>
            </a:extLst>
          </p:cNvPr>
          <p:cNvSpPr>
            <a:spLocks noGrp="1"/>
          </p:cNvSpPr>
          <p:nvPr>
            <p:ph type="sldNum" sz="quarter" idx="12"/>
          </p:nvPr>
        </p:nvSpPr>
        <p:spPr/>
        <p:txBody>
          <a:bodyPr/>
          <a:lstStyle/>
          <a:p>
            <a:fld id="{91FEDC3D-EBC5-4389-991B-8C76B2F65994}" type="slidenum">
              <a:rPr lang="en-IN" smtClean="0"/>
              <a:t>‹#›</a:t>
            </a:fld>
            <a:endParaRPr lang="en-IN"/>
          </a:p>
        </p:txBody>
      </p:sp>
    </p:spTree>
    <p:extLst>
      <p:ext uri="{BB962C8B-B14F-4D97-AF65-F5344CB8AC3E}">
        <p14:creationId xmlns:p14="http://schemas.microsoft.com/office/powerpoint/2010/main" val="112875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3F1F6-83B0-D87B-DFEA-A446DA8CF8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17831C6-6A24-BD03-7A10-6E61FB574C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CE0347-8D0D-6981-6825-8C2D3403D137}"/>
              </a:ext>
            </a:extLst>
          </p:cNvPr>
          <p:cNvSpPr>
            <a:spLocks noGrp="1"/>
          </p:cNvSpPr>
          <p:nvPr>
            <p:ph type="dt" sz="half" idx="10"/>
          </p:nvPr>
        </p:nvSpPr>
        <p:spPr/>
        <p:txBody>
          <a:bodyPr/>
          <a:lstStyle/>
          <a:p>
            <a:fld id="{EB9A256A-21A1-4DAE-B952-5FF6431D0FF5}" type="datetimeFigureOut">
              <a:rPr lang="en-IN" smtClean="0"/>
              <a:t>16-04-2026</a:t>
            </a:fld>
            <a:endParaRPr lang="en-IN"/>
          </a:p>
        </p:txBody>
      </p:sp>
      <p:sp>
        <p:nvSpPr>
          <p:cNvPr id="5" name="Footer Placeholder 4">
            <a:extLst>
              <a:ext uri="{FF2B5EF4-FFF2-40B4-BE49-F238E27FC236}">
                <a16:creationId xmlns:a16="http://schemas.microsoft.com/office/drawing/2014/main" id="{8A4CB8DD-1FB0-7858-ADA6-9A01CF1199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F9E7B9-65BE-36F7-3848-C18B20D54F8E}"/>
              </a:ext>
            </a:extLst>
          </p:cNvPr>
          <p:cNvSpPr>
            <a:spLocks noGrp="1"/>
          </p:cNvSpPr>
          <p:nvPr>
            <p:ph type="sldNum" sz="quarter" idx="12"/>
          </p:nvPr>
        </p:nvSpPr>
        <p:spPr/>
        <p:txBody>
          <a:bodyPr/>
          <a:lstStyle/>
          <a:p>
            <a:fld id="{91FEDC3D-EBC5-4389-991B-8C76B2F65994}" type="slidenum">
              <a:rPr lang="en-IN" smtClean="0"/>
              <a:t>‹#›</a:t>
            </a:fld>
            <a:endParaRPr lang="en-IN"/>
          </a:p>
        </p:txBody>
      </p:sp>
    </p:spTree>
    <p:extLst>
      <p:ext uri="{BB962C8B-B14F-4D97-AF65-F5344CB8AC3E}">
        <p14:creationId xmlns:p14="http://schemas.microsoft.com/office/powerpoint/2010/main" val="4037010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15670-7DD9-DAA9-2DA2-8DAC931D5A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A27B1C7-7796-E416-8353-E79509AAF5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CA9200-2D3C-ABBB-3223-2EC783F8AC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90538E-0CC1-2BA2-BFB1-C614E07869C0}"/>
              </a:ext>
            </a:extLst>
          </p:cNvPr>
          <p:cNvSpPr>
            <a:spLocks noGrp="1"/>
          </p:cNvSpPr>
          <p:nvPr>
            <p:ph type="dt" sz="half" idx="10"/>
          </p:nvPr>
        </p:nvSpPr>
        <p:spPr/>
        <p:txBody>
          <a:bodyPr/>
          <a:lstStyle/>
          <a:p>
            <a:fld id="{EB9A256A-21A1-4DAE-B952-5FF6431D0FF5}" type="datetimeFigureOut">
              <a:rPr lang="en-IN" smtClean="0"/>
              <a:t>16-04-2026</a:t>
            </a:fld>
            <a:endParaRPr lang="en-IN"/>
          </a:p>
        </p:txBody>
      </p:sp>
      <p:sp>
        <p:nvSpPr>
          <p:cNvPr id="6" name="Footer Placeholder 5">
            <a:extLst>
              <a:ext uri="{FF2B5EF4-FFF2-40B4-BE49-F238E27FC236}">
                <a16:creationId xmlns:a16="http://schemas.microsoft.com/office/drawing/2014/main" id="{F210B31A-E383-DCB8-8950-CC2000FABF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56A490-E36E-CABE-9BDB-9CA59423C37F}"/>
              </a:ext>
            </a:extLst>
          </p:cNvPr>
          <p:cNvSpPr>
            <a:spLocks noGrp="1"/>
          </p:cNvSpPr>
          <p:nvPr>
            <p:ph type="sldNum" sz="quarter" idx="12"/>
          </p:nvPr>
        </p:nvSpPr>
        <p:spPr/>
        <p:txBody>
          <a:bodyPr/>
          <a:lstStyle/>
          <a:p>
            <a:fld id="{91FEDC3D-EBC5-4389-991B-8C76B2F65994}" type="slidenum">
              <a:rPr lang="en-IN" smtClean="0"/>
              <a:t>‹#›</a:t>
            </a:fld>
            <a:endParaRPr lang="en-IN"/>
          </a:p>
        </p:txBody>
      </p:sp>
    </p:spTree>
    <p:extLst>
      <p:ext uri="{BB962C8B-B14F-4D97-AF65-F5344CB8AC3E}">
        <p14:creationId xmlns:p14="http://schemas.microsoft.com/office/powerpoint/2010/main" val="1369530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4A318-EB7D-2F3E-83E8-BD91E64111F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544C24-E0D1-01DE-7137-B56827BE59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55B5CF-3600-25C5-6914-D6F86F708C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490C5E-CFE5-1E7E-CA6E-CCDC13A4A7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AF4D40-FF14-A983-C314-8E4DC6AD9E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DDC871D-B6E8-3A26-6C97-9E6BEC87A91D}"/>
              </a:ext>
            </a:extLst>
          </p:cNvPr>
          <p:cNvSpPr>
            <a:spLocks noGrp="1"/>
          </p:cNvSpPr>
          <p:nvPr>
            <p:ph type="dt" sz="half" idx="10"/>
          </p:nvPr>
        </p:nvSpPr>
        <p:spPr/>
        <p:txBody>
          <a:bodyPr/>
          <a:lstStyle/>
          <a:p>
            <a:fld id="{EB9A256A-21A1-4DAE-B952-5FF6431D0FF5}" type="datetimeFigureOut">
              <a:rPr lang="en-IN" smtClean="0"/>
              <a:t>16-04-2026</a:t>
            </a:fld>
            <a:endParaRPr lang="en-IN"/>
          </a:p>
        </p:txBody>
      </p:sp>
      <p:sp>
        <p:nvSpPr>
          <p:cNvPr id="8" name="Footer Placeholder 7">
            <a:extLst>
              <a:ext uri="{FF2B5EF4-FFF2-40B4-BE49-F238E27FC236}">
                <a16:creationId xmlns:a16="http://schemas.microsoft.com/office/drawing/2014/main" id="{6884D47B-242C-F422-3D6F-80A1840BC45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6D42A0-0FB3-C112-FE8D-033D4A792A29}"/>
              </a:ext>
            </a:extLst>
          </p:cNvPr>
          <p:cNvSpPr>
            <a:spLocks noGrp="1"/>
          </p:cNvSpPr>
          <p:nvPr>
            <p:ph type="sldNum" sz="quarter" idx="12"/>
          </p:nvPr>
        </p:nvSpPr>
        <p:spPr/>
        <p:txBody>
          <a:bodyPr/>
          <a:lstStyle/>
          <a:p>
            <a:fld id="{91FEDC3D-EBC5-4389-991B-8C76B2F65994}" type="slidenum">
              <a:rPr lang="en-IN" smtClean="0"/>
              <a:t>‹#›</a:t>
            </a:fld>
            <a:endParaRPr lang="en-IN"/>
          </a:p>
        </p:txBody>
      </p:sp>
    </p:spTree>
    <p:extLst>
      <p:ext uri="{BB962C8B-B14F-4D97-AF65-F5344CB8AC3E}">
        <p14:creationId xmlns:p14="http://schemas.microsoft.com/office/powerpoint/2010/main" val="367229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FF851-25C5-B3E2-31A2-FFA8BA0B9D1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548877-F6AE-838A-0925-C3E933BFCA52}"/>
              </a:ext>
            </a:extLst>
          </p:cNvPr>
          <p:cNvSpPr>
            <a:spLocks noGrp="1"/>
          </p:cNvSpPr>
          <p:nvPr>
            <p:ph type="dt" sz="half" idx="10"/>
          </p:nvPr>
        </p:nvSpPr>
        <p:spPr/>
        <p:txBody>
          <a:bodyPr/>
          <a:lstStyle/>
          <a:p>
            <a:fld id="{EB9A256A-21A1-4DAE-B952-5FF6431D0FF5}" type="datetimeFigureOut">
              <a:rPr lang="en-IN" smtClean="0"/>
              <a:t>16-04-2026</a:t>
            </a:fld>
            <a:endParaRPr lang="en-IN"/>
          </a:p>
        </p:txBody>
      </p:sp>
      <p:sp>
        <p:nvSpPr>
          <p:cNvPr id="4" name="Footer Placeholder 3">
            <a:extLst>
              <a:ext uri="{FF2B5EF4-FFF2-40B4-BE49-F238E27FC236}">
                <a16:creationId xmlns:a16="http://schemas.microsoft.com/office/drawing/2014/main" id="{C4878395-7CC5-D2AB-1C74-78CB96F15FF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DF14489-9D2A-2860-6916-C04D3EF63085}"/>
              </a:ext>
            </a:extLst>
          </p:cNvPr>
          <p:cNvSpPr>
            <a:spLocks noGrp="1"/>
          </p:cNvSpPr>
          <p:nvPr>
            <p:ph type="sldNum" sz="quarter" idx="12"/>
          </p:nvPr>
        </p:nvSpPr>
        <p:spPr/>
        <p:txBody>
          <a:bodyPr/>
          <a:lstStyle/>
          <a:p>
            <a:fld id="{91FEDC3D-EBC5-4389-991B-8C76B2F65994}" type="slidenum">
              <a:rPr lang="en-IN" smtClean="0"/>
              <a:t>‹#›</a:t>
            </a:fld>
            <a:endParaRPr lang="en-IN"/>
          </a:p>
        </p:txBody>
      </p:sp>
    </p:spTree>
    <p:extLst>
      <p:ext uri="{BB962C8B-B14F-4D97-AF65-F5344CB8AC3E}">
        <p14:creationId xmlns:p14="http://schemas.microsoft.com/office/powerpoint/2010/main" val="910005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B3975F-3959-C00C-9632-4C74F3C8E4CF}"/>
              </a:ext>
            </a:extLst>
          </p:cNvPr>
          <p:cNvSpPr>
            <a:spLocks noGrp="1"/>
          </p:cNvSpPr>
          <p:nvPr>
            <p:ph type="dt" sz="half" idx="10"/>
          </p:nvPr>
        </p:nvSpPr>
        <p:spPr/>
        <p:txBody>
          <a:bodyPr/>
          <a:lstStyle/>
          <a:p>
            <a:fld id="{EB9A256A-21A1-4DAE-B952-5FF6431D0FF5}" type="datetimeFigureOut">
              <a:rPr lang="en-IN" smtClean="0"/>
              <a:t>16-04-2026</a:t>
            </a:fld>
            <a:endParaRPr lang="en-IN"/>
          </a:p>
        </p:txBody>
      </p:sp>
      <p:sp>
        <p:nvSpPr>
          <p:cNvPr id="3" name="Footer Placeholder 2">
            <a:extLst>
              <a:ext uri="{FF2B5EF4-FFF2-40B4-BE49-F238E27FC236}">
                <a16:creationId xmlns:a16="http://schemas.microsoft.com/office/drawing/2014/main" id="{B90359AC-535B-CCBE-4F6C-89547A243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480291-FEC1-8FD5-35F5-8EB086D41ED0}"/>
              </a:ext>
            </a:extLst>
          </p:cNvPr>
          <p:cNvSpPr>
            <a:spLocks noGrp="1"/>
          </p:cNvSpPr>
          <p:nvPr>
            <p:ph type="sldNum" sz="quarter" idx="12"/>
          </p:nvPr>
        </p:nvSpPr>
        <p:spPr/>
        <p:txBody>
          <a:bodyPr/>
          <a:lstStyle/>
          <a:p>
            <a:fld id="{91FEDC3D-EBC5-4389-991B-8C76B2F65994}" type="slidenum">
              <a:rPr lang="en-IN" smtClean="0"/>
              <a:t>‹#›</a:t>
            </a:fld>
            <a:endParaRPr lang="en-IN"/>
          </a:p>
        </p:txBody>
      </p:sp>
    </p:spTree>
    <p:extLst>
      <p:ext uri="{BB962C8B-B14F-4D97-AF65-F5344CB8AC3E}">
        <p14:creationId xmlns:p14="http://schemas.microsoft.com/office/powerpoint/2010/main" val="1375155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1BC80-4688-BCA0-5B0B-30DC0685EE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F1D2DF0-D010-BC3C-CDA1-28D4E8BCCC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97D003-9119-FBCC-3819-108A21A8C2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9D96C8-F1CF-3634-BB43-24919934082E}"/>
              </a:ext>
            </a:extLst>
          </p:cNvPr>
          <p:cNvSpPr>
            <a:spLocks noGrp="1"/>
          </p:cNvSpPr>
          <p:nvPr>
            <p:ph type="dt" sz="half" idx="10"/>
          </p:nvPr>
        </p:nvSpPr>
        <p:spPr/>
        <p:txBody>
          <a:bodyPr/>
          <a:lstStyle/>
          <a:p>
            <a:fld id="{EB9A256A-21A1-4DAE-B952-5FF6431D0FF5}" type="datetimeFigureOut">
              <a:rPr lang="en-IN" smtClean="0"/>
              <a:t>16-04-2026</a:t>
            </a:fld>
            <a:endParaRPr lang="en-IN"/>
          </a:p>
        </p:txBody>
      </p:sp>
      <p:sp>
        <p:nvSpPr>
          <p:cNvPr id="6" name="Footer Placeholder 5">
            <a:extLst>
              <a:ext uri="{FF2B5EF4-FFF2-40B4-BE49-F238E27FC236}">
                <a16:creationId xmlns:a16="http://schemas.microsoft.com/office/drawing/2014/main" id="{8192CF25-CCE6-095A-A987-20EA0CAD5B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B050DF-80E7-C114-74BA-DF15C8F7C322}"/>
              </a:ext>
            </a:extLst>
          </p:cNvPr>
          <p:cNvSpPr>
            <a:spLocks noGrp="1"/>
          </p:cNvSpPr>
          <p:nvPr>
            <p:ph type="sldNum" sz="quarter" idx="12"/>
          </p:nvPr>
        </p:nvSpPr>
        <p:spPr/>
        <p:txBody>
          <a:bodyPr/>
          <a:lstStyle/>
          <a:p>
            <a:fld id="{91FEDC3D-EBC5-4389-991B-8C76B2F65994}" type="slidenum">
              <a:rPr lang="en-IN" smtClean="0"/>
              <a:t>‹#›</a:t>
            </a:fld>
            <a:endParaRPr lang="en-IN"/>
          </a:p>
        </p:txBody>
      </p:sp>
    </p:spTree>
    <p:extLst>
      <p:ext uri="{BB962C8B-B14F-4D97-AF65-F5344CB8AC3E}">
        <p14:creationId xmlns:p14="http://schemas.microsoft.com/office/powerpoint/2010/main" val="474298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2EB92-C3AC-7B24-39F8-48D8FDEDF2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0D7AF1-4F62-0367-81DB-D52F62D1B8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B5ECDB-5FA6-CC4C-2F86-14F91E6A6B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A7F69B-4064-A646-2C4B-74DF7B047793}"/>
              </a:ext>
            </a:extLst>
          </p:cNvPr>
          <p:cNvSpPr>
            <a:spLocks noGrp="1"/>
          </p:cNvSpPr>
          <p:nvPr>
            <p:ph type="dt" sz="half" idx="10"/>
          </p:nvPr>
        </p:nvSpPr>
        <p:spPr/>
        <p:txBody>
          <a:bodyPr/>
          <a:lstStyle/>
          <a:p>
            <a:fld id="{EB9A256A-21A1-4DAE-B952-5FF6431D0FF5}" type="datetimeFigureOut">
              <a:rPr lang="en-IN" smtClean="0"/>
              <a:t>16-04-2026</a:t>
            </a:fld>
            <a:endParaRPr lang="en-IN"/>
          </a:p>
        </p:txBody>
      </p:sp>
      <p:sp>
        <p:nvSpPr>
          <p:cNvPr id="6" name="Footer Placeholder 5">
            <a:extLst>
              <a:ext uri="{FF2B5EF4-FFF2-40B4-BE49-F238E27FC236}">
                <a16:creationId xmlns:a16="http://schemas.microsoft.com/office/drawing/2014/main" id="{631F4B91-CC70-AE83-BEF3-4561EC24F5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54E072-6854-B3DD-C863-19D66BC89F19}"/>
              </a:ext>
            </a:extLst>
          </p:cNvPr>
          <p:cNvSpPr>
            <a:spLocks noGrp="1"/>
          </p:cNvSpPr>
          <p:nvPr>
            <p:ph type="sldNum" sz="quarter" idx="12"/>
          </p:nvPr>
        </p:nvSpPr>
        <p:spPr/>
        <p:txBody>
          <a:bodyPr/>
          <a:lstStyle/>
          <a:p>
            <a:fld id="{91FEDC3D-EBC5-4389-991B-8C76B2F65994}" type="slidenum">
              <a:rPr lang="en-IN" smtClean="0"/>
              <a:t>‹#›</a:t>
            </a:fld>
            <a:endParaRPr lang="en-IN"/>
          </a:p>
        </p:txBody>
      </p:sp>
    </p:spTree>
    <p:extLst>
      <p:ext uri="{BB962C8B-B14F-4D97-AF65-F5344CB8AC3E}">
        <p14:creationId xmlns:p14="http://schemas.microsoft.com/office/powerpoint/2010/main" val="3377680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6FDB9-99EF-6D98-BF66-17C07A2E4DF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A5B9AF-B852-DC8B-1AE7-2C03CBC3A4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41C326-C0AC-3FAB-8751-9AF0878EF7FA}"/>
              </a:ext>
            </a:extLst>
          </p:cNvPr>
          <p:cNvSpPr>
            <a:spLocks noGrp="1"/>
          </p:cNvSpPr>
          <p:nvPr>
            <p:ph type="dt" sz="half" idx="10"/>
          </p:nvPr>
        </p:nvSpPr>
        <p:spPr/>
        <p:txBody>
          <a:bodyPr/>
          <a:lstStyle/>
          <a:p>
            <a:fld id="{EB9A256A-21A1-4DAE-B952-5FF6431D0FF5}" type="datetimeFigureOut">
              <a:rPr lang="en-IN" smtClean="0"/>
              <a:t>16-04-2026</a:t>
            </a:fld>
            <a:endParaRPr lang="en-IN"/>
          </a:p>
        </p:txBody>
      </p:sp>
      <p:sp>
        <p:nvSpPr>
          <p:cNvPr id="5" name="Footer Placeholder 4">
            <a:extLst>
              <a:ext uri="{FF2B5EF4-FFF2-40B4-BE49-F238E27FC236}">
                <a16:creationId xmlns:a16="http://schemas.microsoft.com/office/drawing/2014/main" id="{18A8AC34-454B-3F41-896B-BCE3883596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F1EE36-7112-01BA-584D-07B11FEE743E}"/>
              </a:ext>
            </a:extLst>
          </p:cNvPr>
          <p:cNvSpPr>
            <a:spLocks noGrp="1"/>
          </p:cNvSpPr>
          <p:nvPr>
            <p:ph type="sldNum" sz="quarter" idx="12"/>
          </p:nvPr>
        </p:nvSpPr>
        <p:spPr/>
        <p:txBody>
          <a:bodyPr/>
          <a:lstStyle/>
          <a:p>
            <a:fld id="{91FEDC3D-EBC5-4389-991B-8C76B2F65994}" type="slidenum">
              <a:rPr lang="en-IN" smtClean="0"/>
              <a:t>‹#›</a:t>
            </a:fld>
            <a:endParaRPr lang="en-IN"/>
          </a:p>
        </p:txBody>
      </p:sp>
    </p:spTree>
    <p:extLst>
      <p:ext uri="{BB962C8B-B14F-4D97-AF65-F5344CB8AC3E}">
        <p14:creationId xmlns:p14="http://schemas.microsoft.com/office/powerpoint/2010/main" val="3868876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E705FA-575D-8402-5C4B-D985E88221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427ED6-B085-6891-783E-AA2ED0BA61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0EE7F5-85A0-B51C-6955-FF5D9D280C22}"/>
              </a:ext>
            </a:extLst>
          </p:cNvPr>
          <p:cNvSpPr>
            <a:spLocks noGrp="1"/>
          </p:cNvSpPr>
          <p:nvPr>
            <p:ph type="dt" sz="half" idx="10"/>
          </p:nvPr>
        </p:nvSpPr>
        <p:spPr/>
        <p:txBody>
          <a:bodyPr/>
          <a:lstStyle/>
          <a:p>
            <a:fld id="{EB9A256A-21A1-4DAE-B952-5FF6431D0FF5}" type="datetimeFigureOut">
              <a:rPr lang="en-IN" smtClean="0"/>
              <a:t>16-04-2026</a:t>
            </a:fld>
            <a:endParaRPr lang="en-IN"/>
          </a:p>
        </p:txBody>
      </p:sp>
      <p:sp>
        <p:nvSpPr>
          <p:cNvPr id="5" name="Footer Placeholder 4">
            <a:extLst>
              <a:ext uri="{FF2B5EF4-FFF2-40B4-BE49-F238E27FC236}">
                <a16:creationId xmlns:a16="http://schemas.microsoft.com/office/drawing/2014/main" id="{659677EC-0A6E-2115-2E4A-B09E98E32C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F01FF5-CC90-8635-C816-23F7AAEA50F3}"/>
              </a:ext>
            </a:extLst>
          </p:cNvPr>
          <p:cNvSpPr>
            <a:spLocks noGrp="1"/>
          </p:cNvSpPr>
          <p:nvPr>
            <p:ph type="sldNum" sz="quarter" idx="12"/>
          </p:nvPr>
        </p:nvSpPr>
        <p:spPr/>
        <p:txBody>
          <a:bodyPr/>
          <a:lstStyle/>
          <a:p>
            <a:fld id="{91FEDC3D-EBC5-4389-991B-8C76B2F65994}" type="slidenum">
              <a:rPr lang="en-IN" smtClean="0"/>
              <a:t>‹#›</a:t>
            </a:fld>
            <a:endParaRPr lang="en-IN"/>
          </a:p>
        </p:txBody>
      </p:sp>
    </p:spTree>
    <p:extLst>
      <p:ext uri="{BB962C8B-B14F-4D97-AF65-F5344CB8AC3E}">
        <p14:creationId xmlns:p14="http://schemas.microsoft.com/office/powerpoint/2010/main" val="3003581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4357DA-C8C3-C483-8EDE-A67046688D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B25EB5A-A249-87FB-D61F-B3E4B24437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2DF544-FC6B-3ACE-7FBA-A1094AC9EF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9A256A-21A1-4DAE-B952-5FF6431D0FF5}" type="datetimeFigureOut">
              <a:rPr lang="en-IN" smtClean="0"/>
              <a:t>16-04-2026</a:t>
            </a:fld>
            <a:endParaRPr lang="en-IN"/>
          </a:p>
        </p:txBody>
      </p:sp>
      <p:sp>
        <p:nvSpPr>
          <p:cNvPr id="5" name="Footer Placeholder 4">
            <a:extLst>
              <a:ext uri="{FF2B5EF4-FFF2-40B4-BE49-F238E27FC236}">
                <a16:creationId xmlns:a16="http://schemas.microsoft.com/office/drawing/2014/main" id="{1B5683D2-FC89-96CB-BD27-6A5F7D90D2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152E231-F9DA-B67B-AF6E-A7F2004FD8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FEDC3D-EBC5-4389-991B-8C76B2F65994}" type="slidenum">
              <a:rPr lang="en-IN" smtClean="0"/>
              <a:t>‹#›</a:t>
            </a:fld>
            <a:endParaRPr lang="en-IN"/>
          </a:p>
        </p:txBody>
      </p:sp>
    </p:spTree>
    <p:extLst>
      <p:ext uri="{BB962C8B-B14F-4D97-AF65-F5344CB8AC3E}">
        <p14:creationId xmlns:p14="http://schemas.microsoft.com/office/powerpoint/2010/main" val="4352606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320351-9FA2-4A26-885B-BB8F3E490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68CD2EFB-78C2-4C6E-A6B9-4ED12FAD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Dense fog covering the mountain">
            <a:extLst>
              <a:ext uri="{FF2B5EF4-FFF2-40B4-BE49-F238E27FC236}">
                <a16:creationId xmlns:a16="http://schemas.microsoft.com/office/drawing/2014/main" id="{D862ABE7-9861-D434-CF41-CE2DB419F479}"/>
              </a:ext>
            </a:extLst>
          </p:cNvPr>
          <p:cNvPicPr>
            <a:picLocks noChangeAspect="1"/>
          </p:cNvPicPr>
          <p:nvPr/>
        </p:nvPicPr>
        <p:blipFill>
          <a:blip r:embed="rId2">
            <a:alphaModFix amt="60000"/>
          </a:blip>
          <a:srcRect t="10759" b="4971"/>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44165CF8-ADDA-F62E-626F-E48D598DC232}"/>
              </a:ext>
            </a:extLst>
          </p:cNvPr>
          <p:cNvSpPr>
            <a:spLocks noGrp="1"/>
          </p:cNvSpPr>
          <p:nvPr>
            <p:ph type="ctrTitle"/>
          </p:nvPr>
        </p:nvSpPr>
        <p:spPr>
          <a:xfrm>
            <a:off x="841248" y="600427"/>
            <a:ext cx="9875520" cy="3299902"/>
          </a:xfrm>
        </p:spPr>
        <p:txBody>
          <a:bodyPr>
            <a:normAutofit/>
          </a:bodyPr>
          <a:lstStyle/>
          <a:p>
            <a:pPr algn="l"/>
            <a:r>
              <a:rPr lang="en-IN" sz="8200">
                <a:solidFill>
                  <a:srgbClr val="FFFFFF"/>
                </a:solidFill>
              </a:rPr>
              <a:t>EdgeCast -32 </a:t>
            </a:r>
          </a:p>
        </p:txBody>
      </p:sp>
      <p:sp>
        <p:nvSpPr>
          <p:cNvPr id="3" name="Subtitle 2">
            <a:extLst>
              <a:ext uri="{FF2B5EF4-FFF2-40B4-BE49-F238E27FC236}">
                <a16:creationId xmlns:a16="http://schemas.microsoft.com/office/drawing/2014/main" id="{F9BA396B-431E-346C-CB26-7924653C681E}"/>
              </a:ext>
            </a:extLst>
          </p:cNvPr>
          <p:cNvSpPr>
            <a:spLocks noGrp="1"/>
          </p:cNvSpPr>
          <p:nvPr>
            <p:ph type="subTitle" idx="1"/>
          </p:nvPr>
        </p:nvSpPr>
        <p:spPr>
          <a:xfrm>
            <a:off x="859536" y="4072045"/>
            <a:ext cx="9875520" cy="1414355"/>
          </a:xfrm>
        </p:spPr>
        <p:txBody>
          <a:bodyPr>
            <a:normAutofit/>
          </a:bodyPr>
          <a:lstStyle/>
          <a:p>
            <a:pPr algn="l"/>
            <a:r>
              <a:rPr lang="en-IN" sz="1700">
                <a:solidFill>
                  <a:srgbClr val="FFFFFF"/>
                </a:solidFill>
              </a:rPr>
              <a:t>Done by:</a:t>
            </a:r>
          </a:p>
          <a:p>
            <a:pPr algn="l"/>
            <a:r>
              <a:rPr lang="en-IN" sz="1700">
                <a:solidFill>
                  <a:srgbClr val="FFFFFF"/>
                </a:solidFill>
              </a:rPr>
              <a:t>Abishek KG (23BCE1739)</a:t>
            </a:r>
            <a:br>
              <a:rPr lang="en-IN" sz="1700">
                <a:solidFill>
                  <a:srgbClr val="FFFFFF"/>
                </a:solidFill>
              </a:rPr>
            </a:br>
            <a:r>
              <a:rPr lang="en-IN" sz="1700">
                <a:solidFill>
                  <a:srgbClr val="FFFFFF"/>
                </a:solidFill>
              </a:rPr>
              <a:t>Arjjitha S(23BCE1073)</a:t>
            </a:r>
            <a:br>
              <a:rPr lang="en-IN" sz="1700">
                <a:solidFill>
                  <a:srgbClr val="FFFFFF"/>
                </a:solidFill>
              </a:rPr>
            </a:br>
            <a:r>
              <a:rPr lang="en-IN" sz="1700">
                <a:solidFill>
                  <a:srgbClr val="FFFFFF"/>
                </a:solidFill>
              </a:rPr>
              <a:t>Akshith Srinivas(23BCE5078)</a:t>
            </a:r>
            <a:br>
              <a:rPr lang="en-IN" sz="1700">
                <a:solidFill>
                  <a:srgbClr val="FFFFFF"/>
                </a:solidFill>
              </a:rPr>
            </a:br>
            <a:r>
              <a:rPr lang="en-IN" sz="1700">
                <a:solidFill>
                  <a:srgbClr val="FFFFFF"/>
                </a:solidFill>
              </a:rPr>
              <a:t>SandraZen S(23BCE1603)</a:t>
            </a:r>
          </a:p>
        </p:txBody>
      </p:sp>
    </p:spTree>
    <p:extLst>
      <p:ext uri="{BB962C8B-B14F-4D97-AF65-F5344CB8AC3E}">
        <p14:creationId xmlns:p14="http://schemas.microsoft.com/office/powerpoint/2010/main" val="1645275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73D882-7F62-7285-CB16-7C41DF9111E4}"/>
              </a:ext>
            </a:extLst>
          </p:cNvPr>
          <p:cNvSpPr>
            <a:spLocks noGrp="1"/>
          </p:cNvSpPr>
          <p:nvPr>
            <p:ph type="title"/>
          </p:nvPr>
        </p:nvSpPr>
        <p:spPr>
          <a:xfrm>
            <a:off x="841248" y="256032"/>
            <a:ext cx="10506456" cy="1014984"/>
          </a:xfrm>
        </p:spPr>
        <p:txBody>
          <a:bodyPr anchor="b">
            <a:normAutofit/>
          </a:bodyPr>
          <a:lstStyle/>
          <a:p>
            <a:r>
              <a:rPr lang="en-IN" dirty="0"/>
              <a:t>Abstract</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B9340AFB-82A9-8AD5-C941-9D7427CCD6DF}"/>
              </a:ext>
            </a:extLst>
          </p:cNvPr>
          <p:cNvGraphicFramePr>
            <a:graphicFrameLocks noGrp="1"/>
          </p:cNvGraphicFramePr>
          <p:nvPr>
            <p:ph idx="1"/>
            <p:extLst>
              <p:ext uri="{D42A27DB-BD31-4B8C-83A1-F6EECF244321}">
                <p14:modId xmlns:p14="http://schemas.microsoft.com/office/powerpoint/2010/main" val="3179907577"/>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8633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74E711-53DF-C09D-B3FD-B9CB16BD3A71}"/>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Literature Survey</a:t>
            </a:r>
          </a:p>
        </p:txBody>
      </p:sp>
      <p:graphicFrame>
        <p:nvGraphicFramePr>
          <p:cNvPr id="5" name="Content Placeholder 2">
            <a:extLst>
              <a:ext uri="{FF2B5EF4-FFF2-40B4-BE49-F238E27FC236}">
                <a16:creationId xmlns:a16="http://schemas.microsoft.com/office/drawing/2014/main" id="{4AB2B842-ED1C-6B09-FA65-80BD84B73F00}"/>
              </a:ext>
            </a:extLst>
          </p:cNvPr>
          <p:cNvGraphicFramePr>
            <a:graphicFrameLocks noGrp="1"/>
          </p:cNvGraphicFramePr>
          <p:nvPr>
            <p:ph idx="1"/>
            <p:extLst>
              <p:ext uri="{D42A27DB-BD31-4B8C-83A1-F6EECF244321}">
                <p14:modId xmlns:p14="http://schemas.microsoft.com/office/powerpoint/2010/main" val="2512622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5394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B3034F-D9C4-529B-7A49-D4AC9318272E}"/>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Conclusion of Survey</a:t>
            </a:r>
          </a:p>
        </p:txBody>
      </p:sp>
      <p:sp>
        <p:nvSpPr>
          <p:cNvPr id="3" name="Content Placeholder 2">
            <a:extLst>
              <a:ext uri="{FF2B5EF4-FFF2-40B4-BE49-F238E27FC236}">
                <a16:creationId xmlns:a16="http://schemas.microsoft.com/office/drawing/2014/main" id="{1E12B956-BD8C-2E01-4B4D-23BD650C6BA1}"/>
              </a:ext>
            </a:extLst>
          </p:cNvPr>
          <p:cNvSpPr>
            <a:spLocks noGrp="1"/>
          </p:cNvSpPr>
          <p:nvPr>
            <p:ph idx="1"/>
          </p:nvPr>
        </p:nvSpPr>
        <p:spPr>
          <a:xfrm>
            <a:off x="4810259" y="649480"/>
            <a:ext cx="6555347" cy="5546047"/>
          </a:xfrm>
        </p:spPr>
        <p:txBody>
          <a:bodyPr anchor="ctr">
            <a:normAutofit/>
          </a:bodyPr>
          <a:lstStyle/>
          <a:p>
            <a:r>
              <a:rPr lang="en-US" sz="2000"/>
              <a:t>Existing systems either depend heavily on internet connectivity or are not optimized for portability and cost.</a:t>
            </a:r>
          </a:p>
          <a:p>
            <a:r>
              <a:rPr lang="en-US" sz="2000" b="1"/>
              <a:t>EdgeCast-32 improves upon these by:</a:t>
            </a:r>
            <a:endParaRPr lang="en-US" sz="2000"/>
          </a:p>
          <a:p>
            <a:r>
              <a:rPr lang="en-US" sz="2000"/>
              <a:t>Eliminating internet dependency </a:t>
            </a:r>
          </a:p>
          <a:p>
            <a:r>
              <a:rPr lang="en-US" sz="2000"/>
              <a:t>Supporting multiple users simultaneously </a:t>
            </a:r>
          </a:p>
          <a:p>
            <a:r>
              <a:rPr lang="en-US" sz="2000"/>
              <a:t>Providing a low-cost, energy-efficient solution </a:t>
            </a:r>
          </a:p>
          <a:p>
            <a:r>
              <a:rPr lang="en-US" sz="2000"/>
              <a:t>Enabling controlled and structured content delivery</a:t>
            </a:r>
          </a:p>
          <a:p>
            <a:endParaRPr lang="en-IN" sz="2000"/>
          </a:p>
        </p:txBody>
      </p:sp>
    </p:spTree>
    <p:extLst>
      <p:ext uri="{BB962C8B-B14F-4D97-AF65-F5344CB8AC3E}">
        <p14:creationId xmlns:p14="http://schemas.microsoft.com/office/powerpoint/2010/main" val="497774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E0D7AD-0D74-2184-0836-81DD994C2789}"/>
              </a:ext>
            </a:extLst>
          </p:cNvPr>
          <p:cNvSpPr>
            <a:spLocks noGrp="1"/>
          </p:cNvSpPr>
          <p:nvPr>
            <p:ph type="title"/>
          </p:nvPr>
        </p:nvSpPr>
        <p:spPr>
          <a:xfrm>
            <a:off x="586478" y="1683756"/>
            <a:ext cx="3115265" cy="2396359"/>
          </a:xfrm>
        </p:spPr>
        <p:txBody>
          <a:bodyPr anchor="b">
            <a:normAutofit/>
          </a:bodyPr>
          <a:lstStyle/>
          <a:p>
            <a:pPr algn="r"/>
            <a:r>
              <a:rPr lang="en-IN" sz="4000">
                <a:solidFill>
                  <a:srgbClr val="FFFFFF"/>
                </a:solidFill>
              </a:rPr>
              <a:t>Project Architecture</a:t>
            </a:r>
          </a:p>
        </p:txBody>
      </p:sp>
      <p:graphicFrame>
        <p:nvGraphicFramePr>
          <p:cNvPr id="5" name="Content Placeholder 2">
            <a:extLst>
              <a:ext uri="{FF2B5EF4-FFF2-40B4-BE49-F238E27FC236}">
                <a16:creationId xmlns:a16="http://schemas.microsoft.com/office/drawing/2014/main" id="{DA4373F0-8547-0976-45B8-9F697D229CBD}"/>
              </a:ext>
            </a:extLst>
          </p:cNvPr>
          <p:cNvGraphicFramePr>
            <a:graphicFrameLocks noGrp="1"/>
          </p:cNvGraphicFramePr>
          <p:nvPr>
            <p:ph idx="1"/>
            <p:extLst>
              <p:ext uri="{D42A27DB-BD31-4B8C-83A1-F6EECF244321}">
                <p14:modId xmlns:p14="http://schemas.microsoft.com/office/powerpoint/2010/main" val="84094475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2267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5916F2C-1CF7-EA0F-C4DA-D510728BDB69}"/>
              </a:ext>
            </a:extLst>
          </p:cNvPr>
          <p:cNvSpPr>
            <a:spLocks noGrp="1"/>
          </p:cNvSpPr>
          <p:nvPr>
            <p:ph type="title"/>
          </p:nvPr>
        </p:nvSpPr>
        <p:spPr>
          <a:xfrm>
            <a:off x="1371597" y="348865"/>
            <a:ext cx="10044023" cy="877729"/>
          </a:xfrm>
        </p:spPr>
        <p:txBody>
          <a:bodyPr anchor="ctr">
            <a:normAutofit/>
          </a:bodyPr>
          <a:lstStyle/>
          <a:p>
            <a:r>
              <a:rPr lang="en-IN" sz="4000">
                <a:solidFill>
                  <a:srgbClr val="FFFFFF"/>
                </a:solidFill>
              </a:rPr>
              <a:t>Flow of Working</a:t>
            </a:r>
          </a:p>
        </p:txBody>
      </p:sp>
      <p:graphicFrame>
        <p:nvGraphicFramePr>
          <p:cNvPr id="6" name="Rectangle 1">
            <a:extLst>
              <a:ext uri="{FF2B5EF4-FFF2-40B4-BE49-F238E27FC236}">
                <a16:creationId xmlns:a16="http://schemas.microsoft.com/office/drawing/2014/main" id="{C87AB6AB-637D-6C38-39D9-4BCEEB8D826B}"/>
              </a:ext>
            </a:extLst>
          </p:cNvPr>
          <p:cNvGraphicFramePr>
            <a:graphicFrameLocks noGrp="1"/>
          </p:cNvGraphicFramePr>
          <p:nvPr>
            <p:ph idx="1"/>
            <p:extLst>
              <p:ext uri="{D42A27DB-BD31-4B8C-83A1-F6EECF244321}">
                <p14:modId xmlns:p14="http://schemas.microsoft.com/office/powerpoint/2010/main" val="41246841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6689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568E16-F6EB-7BE4-C410-F531DE3B1DBF}"/>
              </a:ext>
            </a:extLst>
          </p:cNvPr>
          <p:cNvSpPr>
            <a:spLocks noGrp="1"/>
          </p:cNvSpPr>
          <p:nvPr>
            <p:ph type="title"/>
          </p:nvPr>
        </p:nvSpPr>
        <p:spPr>
          <a:xfrm>
            <a:off x="1383564" y="348865"/>
            <a:ext cx="9718111" cy="1576446"/>
          </a:xfrm>
        </p:spPr>
        <p:txBody>
          <a:bodyPr anchor="ctr">
            <a:normAutofit/>
          </a:bodyPr>
          <a:lstStyle/>
          <a:p>
            <a:r>
              <a:rPr lang="en-IN" sz="4000">
                <a:solidFill>
                  <a:srgbClr val="FFFFFF"/>
                </a:solidFill>
              </a:rPr>
              <a:t>Tech Stack</a:t>
            </a:r>
          </a:p>
        </p:txBody>
      </p:sp>
      <p:graphicFrame>
        <p:nvGraphicFramePr>
          <p:cNvPr id="5" name="Content Placeholder 2">
            <a:extLst>
              <a:ext uri="{FF2B5EF4-FFF2-40B4-BE49-F238E27FC236}">
                <a16:creationId xmlns:a16="http://schemas.microsoft.com/office/drawing/2014/main" id="{E01A2714-EBFC-2847-6DD2-3FE543097239}"/>
              </a:ext>
            </a:extLst>
          </p:cNvPr>
          <p:cNvGraphicFramePr>
            <a:graphicFrameLocks noGrp="1"/>
          </p:cNvGraphicFramePr>
          <p:nvPr>
            <p:ph idx="1"/>
            <p:extLst>
              <p:ext uri="{D42A27DB-BD31-4B8C-83A1-F6EECF244321}">
                <p14:modId xmlns:p14="http://schemas.microsoft.com/office/powerpoint/2010/main" val="966087978"/>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42102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445</Words>
  <Application>Microsoft Office PowerPoint</Application>
  <PresentationFormat>Widescreen</PresentationFormat>
  <Paragraphs>60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EdgeCast -32 </vt:lpstr>
      <vt:lpstr>Abstract</vt:lpstr>
      <vt:lpstr>Literature Survey</vt:lpstr>
      <vt:lpstr>Conclusion of Survey</vt:lpstr>
      <vt:lpstr>Project Architecture</vt:lpstr>
      <vt:lpstr>Flow of Working</vt:lpstr>
      <vt:lpstr>Tech Stack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Akshith Srinivas</dc:creator>
  <cp:lastModifiedBy>Akshith Srinivas</cp:lastModifiedBy>
  <cp:revision>1</cp:revision>
  <dcterms:created xsi:type="dcterms:W3CDTF">2026-04-16T12:18:04Z</dcterms:created>
  <dcterms:modified xsi:type="dcterms:W3CDTF">2026-04-16T12:22:44Z</dcterms:modified>
</cp:coreProperties>
</file>